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60" r:id="rId5"/>
    <p:sldId id="261" r:id="rId6"/>
    <p:sldId id="262" r:id="rId7"/>
    <p:sldId id="274" r:id="rId8"/>
    <p:sldId id="281" r:id="rId9"/>
    <p:sldId id="279" r:id="rId10"/>
    <p:sldId id="280" r:id="rId11"/>
    <p:sldId id="282" r:id="rId12"/>
    <p:sldId id="288" r:id="rId13"/>
    <p:sldId id="291" r:id="rId14"/>
    <p:sldId id="307" r:id="rId15"/>
    <p:sldId id="310" r:id="rId16"/>
    <p:sldId id="309" r:id="rId17"/>
    <p:sldId id="326" r:id="rId18"/>
    <p:sldId id="339" r:id="rId19"/>
    <p:sldId id="338" r:id="rId20"/>
    <p:sldId id="342" r:id="rId21"/>
    <p:sldId id="340" r:id="rId22"/>
    <p:sldId id="344" r:id="rId23"/>
  </p:sldIdLst>
  <p:sldSz cx="9144000" cy="5143500"/>
  <p:notesSz cx="6794500" cy="99314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defaultTextStyle>
  <p:extLst>
    <p:ext uri="{EFAFB233-063F-42B5-8137-9DF3F51BA10A}">
      <p15:sldGuideLst xmlns:p15="http://schemas.microsoft.com/office/powerpoint/2012/main">
        <p15:guide id="1" orient="horz" pos="3022"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3022"/>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2" name="Shape 2"/>
        <p:cNvGrpSpPr/>
        <p:nvPr/>
      </p:nvGrpSpPr>
      <p:grpSpPr>
        <a:xfrm>
          <a:off x="0" y="0"/>
          <a:ext cx="0" cy="0"/>
          <a:chOff x="0" y="0"/>
          <a:chExt cx="0" cy="0"/>
        </a:xfrm>
      </p:grpSpPr>
      <p:sp>
        <p:nvSpPr>
          <p:cNvPr id="3" name="Google Shape;3;n"/>
          <p:cNvSpPr txBox="1"/>
          <p:nvPr>
            <p:ph type="hdr" idx="2"/>
          </p:nvPr>
        </p:nvSpPr>
        <p:spPr>
          <a:xfrm>
            <a:off x="0" y="0"/>
            <a:ext cx="2945024" cy="497047"/>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704020202020204"/>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panose="020B0704020202020204"/>
              <a:buNone/>
              <a:defRPr sz="1200" b="0" i="0" u="none" strike="noStrike" cap="none">
                <a:solidFill>
                  <a:schemeClr val="dk1"/>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SzPts val="1400"/>
              <a:buFont typeface="Arial" panose="020B0704020202020204"/>
              <a:buNone/>
              <a:defRPr sz="1200" b="0" i="0" u="none" strike="noStrike" cap="none">
                <a:solidFill>
                  <a:schemeClr val="dk1"/>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SzPts val="1400"/>
              <a:buFont typeface="Arial" panose="020B0704020202020204"/>
              <a:buNone/>
              <a:defRPr sz="1200" b="0" i="0" u="none" strike="noStrike" cap="none">
                <a:solidFill>
                  <a:schemeClr val="dk1"/>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SzPts val="1400"/>
              <a:buFont typeface="Arial" panose="020B0704020202020204"/>
              <a:buNone/>
              <a:defRPr sz="1200" b="0" i="0" u="none" strike="noStrike" cap="none">
                <a:solidFill>
                  <a:schemeClr val="dk1"/>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SzPts val="1400"/>
              <a:buFont typeface="Arial" panose="020B0704020202020204"/>
              <a:buNone/>
              <a:defRPr sz="1200" b="0" i="0" u="none" strike="noStrike" cap="none">
                <a:solidFill>
                  <a:schemeClr val="dk1"/>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SzPts val="1400"/>
              <a:buFont typeface="Arial" panose="020B0704020202020204"/>
              <a:buNone/>
              <a:defRPr sz="1200" b="0" i="0" u="none" strike="noStrike" cap="none">
                <a:solidFill>
                  <a:schemeClr val="dk1"/>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SzPts val="1400"/>
              <a:buFont typeface="Arial" panose="020B0704020202020204"/>
              <a:buNone/>
              <a:defRPr sz="1200" b="0" i="0" u="none" strike="noStrike" cap="none">
                <a:solidFill>
                  <a:schemeClr val="dk1"/>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SzPts val="1400"/>
              <a:buFont typeface="Arial" panose="020B0704020202020204"/>
              <a:buNone/>
              <a:defRPr sz="1200" b="0" i="0" u="none" strike="noStrike" cap="none">
                <a:solidFill>
                  <a:schemeClr val="dk1"/>
                </a:solidFill>
                <a:latin typeface="Arial" panose="020B0704020202020204"/>
                <a:ea typeface="Arial" panose="020B0704020202020204"/>
                <a:cs typeface="Arial" panose="020B0704020202020204"/>
                <a:sym typeface="Arial" panose="020B0704020202020204"/>
              </a:defRPr>
            </a:lvl9pPr>
          </a:lstStyle>
          <a:p/>
        </p:txBody>
      </p:sp>
      <p:sp>
        <p:nvSpPr>
          <p:cNvPr id="4" name="Google Shape;4;n"/>
          <p:cNvSpPr txBox="1"/>
          <p:nvPr>
            <p:ph type="dt" idx="10"/>
          </p:nvPr>
        </p:nvSpPr>
        <p:spPr>
          <a:xfrm>
            <a:off x="3849477" y="0"/>
            <a:ext cx="2945024" cy="497047"/>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panose="020B0704020202020204"/>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panose="020B0704020202020204"/>
              <a:buNone/>
              <a:defRPr sz="1200" b="0" i="0" u="none" strike="noStrike" cap="none">
                <a:solidFill>
                  <a:schemeClr val="dk1"/>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SzPts val="1400"/>
              <a:buFont typeface="Arial" panose="020B0704020202020204"/>
              <a:buNone/>
              <a:defRPr sz="1200" b="0" i="0" u="none" strike="noStrike" cap="none">
                <a:solidFill>
                  <a:schemeClr val="dk1"/>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SzPts val="1400"/>
              <a:buFont typeface="Arial" panose="020B0704020202020204"/>
              <a:buNone/>
              <a:defRPr sz="1200" b="0" i="0" u="none" strike="noStrike" cap="none">
                <a:solidFill>
                  <a:schemeClr val="dk1"/>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SzPts val="1400"/>
              <a:buFont typeface="Arial" panose="020B0704020202020204"/>
              <a:buNone/>
              <a:defRPr sz="1200" b="0" i="0" u="none" strike="noStrike" cap="none">
                <a:solidFill>
                  <a:schemeClr val="dk1"/>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SzPts val="1400"/>
              <a:buFont typeface="Arial" panose="020B0704020202020204"/>
              <a:buNone/>
              <a:defRPr sz="1200" b="0" i="0" u="none" strike="noStrike" cap="none">
                <a:solidFill>
                  <a:schemeClr val="dk1"/>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SzPts val="1400"/>
              <a:buFont typeface="Arial" panose="020B0704020202020204"/>
              <a:buNone/>
              <a:defRPr sz="1200" b="0" i="0" u="none" strike="noStrike" cap="none">
                <a:solidFill>
                  <a:schemeClr val="dk1"/>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SzPts val="1400"/>
              <a:buFont typeface="Arial" panose="020B0704020202020204"/>
              <a:buNone/>
              <a:defRPr sz="1200" b="0" i="0" u="none" strike="noStrike" cap="none">
                <a:solidFill>
                  <a:schemeClr val="dk1"/>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SzPts val="1400"/>
              <a:buFont typeface="Arial" panose="020B0704020202020204"/>
              <a:buNone/>
              <a:defRPr sz="1200" b="0" i="0" u="none" strike="noStrike" cap="none">
                <a:solidFill>
                  <a:schemeClr val="dk1"/>
                </a:solidFill>
                <a:latin typeface="Arial" panose="020B0704020202020204"/>
                <a:ea typeface="Arial" panose="020B0704020202020204"/>
                <a:cs typeface="Arial" panose="020B0704020202020204"/>
                <a:sym typeface="Arial" panose="020B0704020202020204"/>
              </a:defRPr>
            </a:lvl9pPr>
          </a:lstStyle>
          <a:p/>
        </p:txBody>
      </p:sp>
      <p:sp>
        <p:nvSpPr>
          <p:cNvPr id="5" name="Google Shape;5;n"/>
          <p:cNvSpPr/>
          <p:nvPr>
            <p:ph type="sldImg" idx="3"/>
          </p:nvPr>
        </p:nvSpPr>
        <p:spPr>
          <a:xfrm>
            <a:off x="-325010" y="744538"/>
            <a:ext cx="7444500" cy="43653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p:nvPr>
            <p:ph type="body" idx="1"/>
          </p:nvPr>
        </p:nvSpPr>
        <p:spPr>
          <a:xfrm>
            <a:off x="372914" y="5357206"/>
            <a:ext cx="6048672" cy="3829419"/>
          </a:xfrm>
          <a:prstGeom prst="rect">
            <a:avLst/>
          </a:prstGeom>
          <a:noFill/>
          <a:ln>
            <a:noFill/>
          </a:ln>
        </p:spPr>
        <p:txBody>
          <a:bodyPr spcFirstLastPara="1" wrap="square" lIns="91425" tIns="45700" rIns="91425" bIns="45700" anchor="t" anchorCtr="0">
            <a:noAutofit/>
          </a:bodyPr>
          <a:lstStyle>
            <a:lvl1pPr marL="457200" marR="0" lvl="0" indent="-304800" algn="l" rtl="0">
              <a:lnSpc>
                <a:spcPct val="90000"/>
              </a:lnSpc>
              <a:spcBef>
                <a:spcPts val="0"/>
              </a:spcBef>
              <a:spcAft>
                <a:spcPts val="0"/>
              </a:spcAft>
              <a:buClr>
                <a:srgbClr val="263857"/>
              </a:buClr>
              <a:buSzPts val="1200"/>
              <a:buFont typeface="Arial" panose="020B0704020202020204"/>
              <a:buChar char="•"/>
              <a:defRPr sz="1200" b="1" i="0" u="none" strike="noStrike" cap="none">
                <a:solidFill>
                  <a:srgbClr val="263857"/>
                </a:solidFill>
                <a:latin typeface="Calibri"/>
                <a:ea typeface="Calibri"/>
                <a:cs typeface="Calibri"/>
                <a:sym typeface="Calibri"/>
              </a:defRPr>
            </a:lvl1pPr>
            <a:lvl2pPr marL="914400" marR="0" lvl="1" indent="-304800" algn="l" rtl="0">
              <a:lnSpc>
                <a:spcPct val="90000"/>
              </a:lnSpc>
              <a:spcBef>
                <a:spcPts val="0"/>
              </a:spcBef>
              <a:spcAft>
                <a:spcPts val="0"/>
              </a:spcAft>
              <a:buClr>
                <a:srgbClr val="263857"/>
              </a:buClr>
              <a:buSzPts val="1200"/>
              <a:buFont typeface="Arial" panose="020B0704020202020204"/>
              <a:buChar char="•"/>
              <a:defRPr sz="1200" b="0" i="0" u="none" strike="noStrike" cap="none">
                <a:solidFill>
                  <a:srgbClr val="263857"/>
                </a:solidFill>
                <a:latin typeface="Calibri"/>
                <a:ea typeface="Calibri"/>
                <a:cs typeface="Calibri"/>
                <a:sym typeface="Calibri"/>
              </a:defRPr>
            </a:lvl2pPr>
            <a:lvl3pPr marL="1371600" marR="0" lvl="2" indent="-304800" algn="l" rtl="0">
              <a:lnSpc>
                <a:spcPct val="90000"/>
              </a:lnSpc>
              <a:spcBef>
                <a:spcPts val="0"/>
              </a:spcBef>
              <a:spcAft>
                <a:spcPts val="0"/>
              </a:spcAft>
              <a:buClr>
                <a:srgbClr val="263857"/>
              </a:buClr>
              <a:buSzPts val="1200"/>
              <a:buFont typeface="Arial" panose="020B0704020202020204"/>
              <a:buChar char="•"/>
              <a:defRPr sz="1200" b="0" i="0" u="none" strike="noStrike" cap="none">
                <a:solidFill>
                  <a:srgbClr val="263857"/>
                </a:solidFill>
                <a:latin typeface="Calibri"/>
                <a:ea typeface="Calibri"/>
                <a:cs typeface="Calibri"/>
                <a:sym typeface="Calibri"/>
              </a:defRPr>
            </a:lvl3pPr>
            <a:lvl4pPr marL="1828800" marR="0" lvl="3" indent="-304800" algn="l" rtl="0">
              <a:lnSpc>
                <a:spcPct val="90000"/>
              </a:lnSpc>
              <a:spcBef>
                <a:spcPts val="0"/>
              </a:spcBef>
              <a:spcAft>
                <a:spcPts val="0"/>
              </a:spcAft>
              <a:buClr>
                <a:srgbClr val="263857"/>
              </a:buClr>
              <a:buSzPts val="1200"/>
              <a:buFont typeface="Arial" panose="020B0704020202020204"/>
              <a:buChar char="•"/>
              <a:defRPr sz="1200" b="0" i="0" u="none" strike="noStrike" cap="none">
                <a:solidFill>
                  <a:srgbClr val="263857"/>
                </a:solidFill>
                <a:latin typeface="Calibri"/>
                <a:ea typeface="Calibri"/>
                <a:cs typeface="Calibri"/>
                <a:sym typeface="Calibri"/>
              </a:defRPr>
            </a:lvl4pPr>
            <a:lvl5pPr marL="2286000" marR="0" lvl="4" indent="-304800" algn="l" rtl="0">
              <a:lnSpc>
                <a:spcPct val="90000"/>
              </a:lnSpc>
              <a:spcBef>
                <a:spcPts val="0"/>
              </a:spcBef>
              <a:spcAft>
                <a:spcPts val="0"/>
              </a:spcAft>
              <a:buClr>
                <a:srgbClr val="263857"/>
              </a:buClr>
              <a:buSzPts val="1200"/>
              <a:buFont typeface="Arial" panose="020B0704020202020204"/>
              <a:buChar char="•"/>
              <a:defRPr sz="1200" b="0" i="0" u="none" strike="noStrike" cap="none">
                <a:solidFill>
                  <a:srgbClr val="263857"/>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panose="020B0704020202020204"/>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panose="020B0704020202020204"/>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panose="020B0704020202020204"/>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panose="020B0704020202020204"/>
              <a:buNone/>
              <a:defRPr sz="1200" b="0" i="0" u="none" strike="noStrike" cap="none">
                <a:solidFill>
                  <a:schemeClr val="dk1"/>
                </a:solidFill>
                <a:latin typeface="Calibri"/>
                <a:ea typeface="Calibri"/>
                <a:cs typeface="Calibri"/>
                <a:sym typeface="Calibri"/>
              </a:defRPr>
            </a:lvl9pPr>
          </a:lstStyle>
          <a:p/>
        </p:txBody>
      </p:sp>
      <p:sp>
        <p:nvSpPr>
          <p:cNvPr id="7" name="Google Shape;7;n"/>
          <p:cNvSpPr txBox="1"/>
          <p:nvPr>
            <p:ph type="ftr" idx="11"/>
          </p:nvPr>
        </p:nvSpPr>
        <p:spPr>
          <a:xfrm>
            <a:off x="0" y="9434355"/>
            <a:ext cx="2945024" cy="497046"/>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panose="020B0704020202020204"/>
              <a:buNone/>
              <a:defRPr sz="1200" b="0" i="0" u="none" strike="noStrike" cap="none">
                <a:solidFill>
                  <a:srgbClr val="263857"/>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panose="020B0704020202020204"/>
              <a:buNone/>
              <a:defRPr sz="1200" b="0" i="0" u="none" strike="noStrike" cap="none">
                <a:solidFill>
                  <a:schemeClr val="dk1"/>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SzPts val="1400"/>
              <a:buFont typeface="Arial" panose="020B0704020202020204"/>
              <a:buNone/>
              <a:defRPr sz="1200" b="0" i="0" u="none" strike="noStrike" cap="none">
                <a:solidFill>
                  <a:schemeClr val="dk1"/>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SzPts val="1400"/>
              <a:buFont typeface="Arial" panose="020B0704020202020204"/>
              <a:buNone/>
              <a:defRPr sz="1200" b="0" i="0" u="none" strike="noStrike" cap="none">
                <a:solidFill>
                  <a:schemeClr val="dk1"/>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SzPts val="1400"/>
              <a:buFont typeface="Arial" panose="020B0704020202020204"/>
              <a:buNone/>
              <a:defRPr sz="1200" b="0" i="0" u="none" strike="noStrike" cap="none">
                <a:solidFill>
                  <a:schemeClr val="dk1"/>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SzPts val="1400"/>
              <a:buFont typeface="Arial" panose="020B0704020202020204"/>
              <a:buNone/>
              <a:defRPr sz="1200" b="0" i="0" u="none" strike="noStrike" cap="none">
                <a:solidFill>
                  <a:schemeClr val="dk1"/>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SzPts val="1400"/>
              <a:buFont typeface="Arial" panose="020B0704020202020204"/>
              <a:buNone/>
              <a:defRPr sz="1200" b="0" i="0" u="none" strike="noStrike" cap="none">
                <a:solidFill>
                  <a:schemeClr val="dk1"/>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SzPts val="1400"/>
              <a:buFont typeface="Arial" panose="020B0704020202020204"/>
              <a:buNone/>
              <a:defRPr sz="1200" b="0" i="0" u="none" strike="noStrike" cap="none">
                <a:solidFill>
                  <a:schemeClr val="dk1"/>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SzPts val="1400"/>
              <a:buFont typeface="Arial" panose="020B0704020202020204"/>
              <a:buNone/>
              <a:defRPr sz="1200" b="0" i="0" u="none" strike="noStrike" cap="none">
                <a:solidFill>
                  <a:schemeClr val="dk1"/>
                </a:solidFill>
                <a:latin typeface="Arial" panose="020B0704020202020204"/>
                <a:ea typeface="Arial" panose="020B0704020202020204"/>
                <a:cs typeface="Arial" panose="020B0704020202020204"/>
                <a:sym typeface="Arial" panose="020B0704020202020204"/>
              </a:defRPr>
            </a:lvl9pPr>
          </a:lstStyle>
          <a:p/>
        </p:txBody>
      </p:sp>
      <p:sp>
        <p:nvSpPr>
          <p:cNvPr id="8" name="Google Shape;8;n"/>
          <p:cNvSpPr txBox="1"/>
          <p:nvPr>
            <p:ph type="sldNum" idx="12"/>
          </p:nvPr>
        </p:nvSpPr>
        <p:spPr>
          <a:xfrm>
            <a:off x="3849477" y="9434355"/>
            <a:ext cx="2945024" cy="497046"/>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704020202020204"/>
              <a:buNone/>
            </a:pPr>
            <a:fld id="{00000000-1234-1234-1234-123412341234}" type="slidenum">
              <a:rPr lang="fr-FR" sz="1200" b="0" i="0" u="none" strike="noStrike" cap="none">
                <a:solidFill>
                  <a:srgbClr val="263857"/>
                </a:solidFill>
                <a:latin typeface="Calibri"/>
                <a:ea typeface="Calibri"/>
                <a:cs typeface="Calibri"/>
                <a:sym typeface="Calibri"/>
              </a:rPr>
            </a:fld>
            <a:endParaRPr sz="1200" b="0" i="0" u="none" strike="noStrike" cap="none">
              <a:solidFill>
                <a:srgbClr val="263857"/>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54" name="Shape 54"/>
        <p:cNvGrpSpPr/>
        <p:nvPr/>
      </p:nvGrpSpPr>
      <p:grpSpPr>
        <a:xfrm>
          <a:off x="0" y="0"/>
          <a:ext cx="0" cy="0"/>
          <a:chOff x="0" y="0"/>
          <a:chExt cx="0" cy="0"/>
        </a:xfrm>
      </p:grpSpPr>
      <p:sp>
        <p:nvSpPr>
          <p:cNvPr id="55" name="Google Shape;55;p2:notes"/>
          <p:cNvSpPr txBox="1"/>
          <p:nvPr>
            <p:ph type="sldNum" idx="12"/>
          </p:nvPr>
        </p:nvSpPr>
        <p:spPr>
          <a:xfrm>
            <a:off x="3849477" y="9434355"/>
            <a:ext cx="2945024" cy="497046"/>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fr-FR" sz="1200">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6" name="Google Shape;56;p2:notes"/>
          <p:cNvSpPr/>
          <p:nvPr>
            <p:ph type="sldImg" idx="2"/>
          </p:nvPr>
        </p:nvSpPr>
        <p:spPr>
          <a:xfrm>
            <a:off x="89206" y="744538"/>
            <a:ext cx="6617700" cy="37242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7" name="Google Shape;57;p2:notes"/>
          <p:cNvSpPr txBox="1"/>
          <p:nvPr>
            <p:ph type="body" idx="1"/>
          </p:nvPr>
        </p:nvSpPr>
        <p:spPr>
          <a:xfrm>
            <a:off x="372914" y="5357206"/>
            <a:ext cx="6048672" cy="3829419"/>
          </a:xfrm>
          <a:prstGeom prst="rect">
            <a:avLst/>
          </a:prstGeom>
          <a:noFill/>
          <a:ln>
            <a:noFill/>
          </a:ln>
        </p:spPr>
        <p:txBody>
          <a:bodyPr spcFirstLastPara="1" wrap="square" lIns="91425" tIns="45700" rIns="91425" bIns="45700" anchor="t" anchorCtr="0">
            <a:noAutofit/>
          </a:bodyPr>
          <a:lstStyle/>
          <a:p>
            <a:pPr marL="171450" lvl="0" indent="-95250" algn="l" rtl="0">
              <a:lnSpc>
                <a:spcPct val="90000"/>
              </a:lnSpc>
              <a:spcBef>
                <a:spcPts val="0"/>
              </a:spcBef>
              <a:spcAft>
                <a:spcPts val="0"/>
              </a:spcAft>
              <a:buClr>
                <a:srgbClr val="263857"/>
              </a:buClr>
              <a:buSzPts val="1200"/>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82" name="Shape 82"/>
        <p:cNvGrpSpPr/>
        <p:nvPr/>
      </p:nvGrpSpPr>
      <p:grpSpPr>
        <a:xfrm>
          <a:off x="0" y="0"/>
          <a:ext cx="0" cy="0"/>
          <a:chOff x="0" y="0"/>
          <a:chExt cx="0" cy="0"/>
        </a:xfrm>
      </p:grpSpPr>
      <p:sp>
        <p:nvSpPr>
          <p:cNvPr id="83" name="Google Shape;83;p6:notes"/>
          <p:cNvSpPr/>
          <p:nvPr>
            <p:ph type="sldImg" idx="2"/>
          </p:nvPr>
        </p:nvSpPr>
        <p:spPr>
          <a:xfrm>
            <a:off x="-483088" y="744538"/>
            <a:ext cx="7760700" cy="43656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4" name="Google Shape;84;p6:notes"/>
          <p:cNvSpPr txBox="1"/>
          <p:nvPr>
            <p:ph type="body" idx="1"/>
          </p:nvPr>
        </p:nvSpPr>
        <p:spPr>
          <a:xfrm>
            <a:off x="372914" y="5357206"/>
            <a:ext cx="6048600" cy="38295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1200"/>
              <a:buNone/>
            </a:pPr>
          </a:p>
        </p:txBody>
      </p:sp>
      <p:sp>
        <p:nvSpPr>
          <p:cNvPr id="85" name="Google Shape;85;p6:notes"/>
          <p:cNvSpPr txBox="1"/>
          <p:nvPr>
            <p:ph type="sldNum" idx="12"/>
          </p:nvPr>
        </p:nvSpPr>
        <p:spPr>
          <a:xfrm>
            <a:off x="3849477" y="9434355"/>
            <a:ext cx="2945100" cy="4971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panose="020B0704020202020204"/>
              <a:buNone/>
            </a:pPr>
            <a:fld id="{00000000-1234-1234-1234-123412341234}" type="slidenum">
              <a:rPr lang="fr-FR"/>
            </a:fld>
            <a:endParaRPr lang="fr-F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89" name="Shape 89"/>
        <p:cNvGrpSpPr/>
        <p:nvPr/>
      </p:nvGrpSpPr>
      <p:grpSpPr>
        <a:xfrm>
          <a:off x="0" y="0"/>
          <a:ext cx="0" cy="0"/>
          <a:chOff x="0" y="0"/>
          <a:chExt cx="0" cy="0"/>
        </a:xfrm>
      </p:grpSpPr>
      <p:sp>
        <p:nvSpPr>
          <p:cNvPr id="90" name="Google Shape;90;p7:notes"/>
          <p:cNvSpPr txBox="1"/>
          <p:nvPr>
            <p:ph type="body" idx="1"/>
          </p:nvPr>
        </p:nvSpPr>
        <p:spPr>
          <a:xfrm>
            <a:off x="372914" y="5357206"/>
            <a:ext cx="6048672" cy="3829419"/>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1200"/>
              <a:buNone/>
            </a:pPr>
          </a:p>
        </p:txBody>
      </p:sp>
      <p:sp>
        <p:nvSpPr>
          <p:cNvPr id="91" name="Google Shape;91;p7:notes"/>
          <p:cNvSpPr/>
          <p:nvPr>
            <p:ph type="sldImg" idx="2"/>
          </p:nvPr>
        </p:nvSpPr>
        <p:spPr>
          <a:xfrm>
            <a:off x="-325010" y="744538"/>
            <a:ext cx="7444500" cy="43653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95" name="Shape 95"/>
        <p:cNvGrpSpPr/>
        <p:nvPr/>
      </p:nvGrpSpPr>
      <p:grpSpPr>
        <a:xfrm>
          <a:off x="0" y="0"/>
          <a:ext cx="0" cy="0"/>
          <a:chOff x="0" y="0"/>
          <a:chExt cx="0" cy="0"/>
        </a:xfrm>
      </p:grpSpPr>
      <p:sp>
        <p:nvSpPr>
          <p:cNvPr id="96" name="Google Shape;96;p8:notes"/>
          <p:cNvSpPr/>
          <p:nvPr>
            <p:ph type="sldImg" idx="2"/>
          </p:nvPr>
        </p:nvSpPr>
        <p:spPr>
          <a:xfrm>
            <a:off x="-483088" y="744538"/>
            <a:ext cx="7760700" cy="43656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97" name="Google Shape;97;p8:notes"/>
          <p:cNvSpPr txBox="1"/>
          <p:nvPr>
            <p:ph type="body" idx="1"/>
          </p:nvPr>
        </p:nvSpPr>
        <p:spPr>
          <a:xfrm>
            <a:off x="372914" y="5357206"/>
            <a:ext cx="6048600" cy="38295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1200"/>
              <a:buNone/>
            </a:pPr>
          </a:p>
        </p:txBody>
      </p:sp>
      <p:sp>
        <p:nvSpPr>
          <p:cNvPr id="98" name="Google Shape;98;p8:notes"/>
          <p:cNvSpPr txBox="1"/>
          <p:nvPr>
            <p:ph type="sldNum" idx="12"/>
          </p:nvPr>
        </p:nvSpPr>
        <p:spPr>
          <a:xfrm>
            <a:off x="3849477" y="9434355"/>
            <a:ext cx="2945100" cy="4971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panose="020B0704020202020204"/>
              <a:buNone/>
            </a:pPr>
            <a:fld id="{00000000-1234-1234-1234-123412341234}" type="slidenum">
              <a:rPr lang="fr-FR"/>
            </a:fld>
            <a:endParaRPr lang="fr-F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0" name="Shape 190"/>
        <p:cNvGrpSpPr/>
        <p:nvPr/>
      </p:nvGrpSpPr>
      <p:grpSpPr>
        <a:xfrm>
          <a:off x="0" y="0"/>
          <a:ext cx="0" cy="0"/>
          <a:chOff x="0" y="0"/>
          <a:chExt cx="0" cy="0"/>
        </a:xfrm>
      </p:grpSpPr>
      <p:sp>
        <p:nvSpPr>
          <p:cNvPr id="191" name="Google Shape;191;p19:notes"/>
          <p:cNvSpPr/>
          <p:nvPr>
            <p:ph type="sldImg" idx="2"/>
          </p:nvPr>
        </p:nvSpPr>
        <p:spPr>
          <a:xfrm>
            <a:off x="-483088" y="744538"/>
            <a:ext cx="7760700" cy="43656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92" name="Google Shape;192;p19:notes"/>
          <p:cNvSpPr txBox="1"/>
          <p:nvPr>
            <p:ph type="body" idx="1"/>
          </p:nvPr>
        </p:nvSpPr>
        <p:spPr>
          <a:xfrm>
            <a:off x="372914" y="5357206"/>
            <a:ext cx="6048600" cy="38295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1200"/>
              <a:buNone/>
            </a:pPr>
          </a:p>
        </p:txBody>
      </p:sp>
      <p:sp>
        <p:nvSpPr>
          <p:cNvPr id="193" name="Google Shape;193;p19:notes"/>
          <p:cNvSpPr txBox="1"/>
          <p:nvPr>
            <p:ph type="sldNum" idx="12"/>
          </p:nvPr>
        </p:nvSpPr>
        <p:spPr>
          <a:xfrm>
            <a:off x="3849477" y="9434355"/>
            <a:ext cx="2945100" cy="4971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panose="020B0704020202020204"/>
              <a:buNone/>
            </a:pPr>
            <a:fld id="{00000000-1234-1234-1234-123412341234}" type="slidenum">
              <a:rPr lang="fr-FR"/>
            </a:fld>
            <a:endParaRPr lang="fr-F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241" name="Shape 241"/>
        <p:cNvGrpSpPr/>
        <p:nvPr/>
      </p:nvGrpSpPr>
      <p:grpSpPr>
        <a:xfrm>
          <a:off x="0" y="0"/>
          <a:ext cx="0" cy="0"/>
          <a:chOff x="0" y="0"/>
          <a:chExt cx="0" cy="0"/>
        </a:xfrm>
      </p:grpSpPr>
      <p:sp>
        <p:nvSpPr>
          <p:cNvPr id="242" name="Google Shape;242;p22:notes"/>
          <p:cNvSpPr txBox="1"/>
          <p:nvPr>
            <p:ph type="body" idx="1"/>
          </p:nvPr>
        </p:nvSpPr>
        <p:spPr>
          <a:xfrm>
            <a:off x="372914" y="5357206"/>
            <a:ext cx="6048600" cy="38295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1200"/>
              <a:buNone/>
            </a:pPr>
          </a:p>
        </p:txBody>
      </p:sp>
      <p:sp>
        <p:nvSpPr>
          <p:cNvPr id="243" name="Google Shape;243;p22:notes"/>
          <p:cNvSpPr/>
          <p:nvPr>
            <p:ph type="sldImg" idx="2"/>
          </p:nvPr>
        </p:nvSpPr>
        <p:spPr>
          <a:xfrm>
            <a:off x="-325010" y="744538"/>
            <a:ext cx="7444500" cy="43653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227" name="Shape 227"/>
        <p:cNvGrpSpPr/>
        <p:nvPr/>
      </p:nvGrpSpPr>
      <p:grpSpPr>
        <a:xfrm>
          <a:off x="0" y="0"/>
          <a:ext cx="0" cy="0"/>
          <a:chOff x="0" y="0"/>
          <a:chExt cx="0" cy="0"/>
        </a:xfrm>
      </p:grpSpPr>
      <p:sp>
        <p:nvSpPr>
          <p:cNvPr id="228" name="Google Shape;228;p21:notes"/>
          <p:cNvSpPr/>
          <p:nvPr>
            <p:ph type="sldImg" idx="2"/>
          </p:nvPr>
        </p:nvSpPr>
        <p:spPr>
          <a:xfrm>
            <a:off x="-325010" y="744538"/>
            <a:ext cx="7444500" cy="43653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29" name="Google Shape;229;p21:notes"/>
          <p:cNvSpPr txBox="1"/>
          <p:nvPr>
            <p:ph type="body" idx="1"/>
          </p:nvPr>
        </p:nvSpPr>
        <p:spPr>
          <a:xfrm>
            <a:off x="372914" y="5357206"/>
            <a:ext cx="6048600" cy="38295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1200"/>
              <a:buNone/>
            </a:pPr>
          </a:p>
        </p:txBody>
      </p:sp>
      <p:sp>
        <p:nvSpPr>
          <p:cNvPr id="230" name="Google Shape;230;p21:notes"/>
          <p:cNvSpPr txBox="1"/>
          <p:nvPr>
            <p:ph type="sldNum" idx="12"/>
          </p:nvPr>
        </p:nvSpPr>
        <p:spPr>
          <a:xfrm>
            <a:off x="3849477" y="9434355"/>
            <a:ext cx="2945100" cy="4971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panose="020B0704020202020204"/>
              <a:buNone/>
            </a:pPr>
            <a:fld id="{00000000-1234-1234-1234-123412341234}" type="slidenum">
              <a:rPr lang="fr-FR"/>
            </a:fld>
            <a:endParaRPr lang="fr-F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234" name="Shape 234"/>
        <p:cNvGrpSpPr/>
        <p:nvPr/>
      </p:nvGrpSpPr>
      <p:grpSpPr>
        <a:xfrm>
          <a:off x="0" y="0"/>
          <a:ext cx="0" cy="0"/>
          <a:chOff x="0" y="0"/>
          <a:chExt cx="0" cy="0"/>
        </a:xfrm>
      </p:grpSpPr>
      <p:sp>
        <p:nvSpPr>
          <p:cNvPr id="235" name="Google Shape;235;g31a0930d11b_0_12:notes"/>
          <p:cNvSpPr/>
          <p:nvPr>
            <p:ph type="sldImg" idx="2"/>
          </p:nvPr>
        </p:nvSpPr>
        <p:spPr>
          <a:xfrm>
            <a:off x="-325010" y="744538"/>
            <a:ext cx="7444500" cy="43653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36" name="Google Shape;236;g31a0930d11b_0_12:notes"/>
          <p:cNvSpPr txBox="1"/>
          <p:nvPr>
            <p:ph type="body" idx="1"/>
          </p:nvPr>
        </p:nvSpPr>
        <p:spPr>
          <a:xfrm>
            <a:off x="372914" y="5357206"/>
            <a:ext cx="6048600" cy="38295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1200"/>
              <a:buNone/>
            </a:pPr>
          </a:p>
        </p:txBody>
      </p:sp>
      <p:sp>
        <p:nvSpPr>
          <p:cNvPr id="237" name="Google Shape;237;g31a0930d11b_0_12:notes"/>
          <p:cNvSpPr txBox="1"/>
          <p:nvPr>
            <p:ph type="sldNum" idx="12"/>
          </p:nvPr>
        </p:nvSpPr>
        <p:spPr>
          <a:xfrm>
            <a:off x="3849477" y="9434355"/>
            <a:ext cx="2945100" cy="4971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panose="020B0704020202020204"/>
              <a:buNone/>
            </a:pPr>
            <a:fld id="{00000000-1234-1234-1234-123412341234}" type="slidenum">
              <a:rPr lang="fr-FR"/>
            </a:fld>
            <a:endParaRPr lang="fr-F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247" name="Shape 247"/>
        <p:cNvGrpSpPr/>
        <p:nvPr/>
      </p:nvGrpSpPr>
      <p:grpSpPr>
        <a:xfrm>
          <a:off x="0" y="0"/>
          <a:ext cx="0" cy="0"/>
          <a:chOff x="0" y="0"/>
          <a:chExt cx="0" cy="0"/>
        </a:xfrm>
      </p:grpSpPr>
      <p:sp>
        <p:nvSpPr>
          <p:cNvPr id="248" name="Google Shape;248;p23:notes"/>
          <p:cNvSpPr/>
          <p:nvPr>
            <p:ph type="sldImg" idx="2"/>
          </p:nvPr>
        </p:nvSpPr>
        <p:spPr>
          <a:xfrm>
            <a:off x="-325010" y="744538"/>
            <a:ext cx="7444500" cy="43653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49" name="Google Shape;249;p23:notes"/>
          <p:cNvSpPr txBox="1"/>
          <p:nvPr>
            <p:ph type="body" idx="1"/>
          </p:nvPr>
        </p:nvSpPr>
        <p:spPr>
          <a:xfrm>
            <a:off x="372914" y="5357206"/>
            <a:ext cx="6048600" cy="38295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1200"/>
              <a:buNone/>
            </a:pPr>
          </a:p>
        </p:txBody>
      </p:sp>
      <p:sp>
        <p:nvSpPr>
          <p:cNvPr id="250" name="Google Shape;250;p23:notes"/>
          <p:cNvSpPr txBox="1"/>
          <p:nvPr>
            <p:ph type="sldNum" idx="12"/>
          </p:nvPr>
        </p:nvSpPr>
        <p:spPr>
          <a:xfrm>
            <a:off x="3849477" y="9434355"/>
            <a:ext cx="2945100" cy="4971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panose="020B0704020202020204"/>
              <a:buNone/>
            </a:pPr>
            <a:fld id="{00000000-1234-1234-1234-123412341234}" type="slidenum">
              <a:rPr lang="fr-FR"/>
            </a:fld>
            <a:endParaRPr lang="fr-F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291" name="Shape 291"/>
        <p:cNvGrpSpPr/>
        <p:nvPr/>
      </p:nvGrpSpPr>
      <p:grpSpPr>
        <a:xfrm>
          <a:off x="0" y="0"/>
          <a:ext cx="0" cy="0"/>
          <a:chOff x="0" y="0"/>
          <a:chExt cx="0" cy="0"/>
        </a:xfrm>
      </p:grpSpPr>
      <p:sp>
        <p:nvSpPr>
          <p:cNvPr id="292" name="Google Shape;292;p34:notes"/>
          <p:cNvSpPr/>
          <p:nvPr>
            <p:ph type="sldImg" idx="2"/>
          </p:nvPr>
        </p:nvSpPr>
        <p:spPr>
          <a:xfrm>
            <a:off x="-483088" y="744538"/>
            <a:ext cx="7760700" cy="43656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93" name="Google Shape;293;p34:notes"/>
          <p:cNvSpPr txBox="1"/>
          <p:nvPr>
            <p:ph type="body" idx="1"/>
          </p:nvPr>
        </p:nvSpPr>
        <p:spPr>
          <a:xfrm>
            <a:off x="372914" y="5357206"/>
            <a:ext cx="6048600" cy="38295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1200"/>
              <a:buNone/>
            </a:pPr>
          </a:p>
        </p:txBody>
      </p:sp>
      <p:sp>
        <p:nvSpPr>
          <p:cNvPr id="294" name="Google Shape;294;p34:notes"/>
          <p:cNvSpPr txBox="1"/>
          <p:nvPr>
            <p:ph type="sldNum" idx="12"/>
          </p:nvPr>
        </p:nvSpPr>
        <p:spPr>
          <a:xfrm>
            <a:off x="3849477" y="9434355"/>
            <a:ext cx="2945100" cy="4971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panose="020B0704020202020204"/>
              <a:buNone/>
            </a:pPr>
            <a:fld id="{00000000-1234-1234-1234-123412341234}" type="slidenum">
              <a:rPr lang="fr-FR"/>
            </a:fld>
            <a:endParaRPr lang="fr-F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381" name="Shape 381"/>
        <p:cNvGrpSpPr/>
        <p:nvPr/>
      </p:nvGrpSpPr>
      <p:grpSpPr>
        <a:xfrm>
          <a:off x="0" y="0"/>
          <a:ext cx="0" cy="0"/>
          <a:chOff x="0" y="0"/>
          <a:chExt cx="0" cy="0"/>
        </a:xfrm>
      </p:grpSpPr>
      <p:sp>
        <p:nvSpPr>
          <p:cNvPr id="382" name="Google Shape;382;p37:notes"/>
          <p:cNvSpPr/>
          <p:nvPr>
            <p:ph type="sldImg" idx="2"/>
          </p:nvPr>
        </p:nvSpPr>
        <p:spPr>
          <a:xfrm>
            <a:off x="-325010" y="744538"/>
            <a:ext cx="7444500" cy="43653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383" name="Google Shape;383;p37:notes"/>
          <p:cNvSpPr txBox="1"/>
          <p:nvPr>
            <p:ph type="body" idx="1"/>
          </p:nvPr>
        </p:nvSpPr>
        <p:spPr>
          <a:xfrm>
            <a:off x="372914" y="5357206"/>
            <a:ext cx="6048600" cy="38295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1200"/>
              <a:buNone/>
            </a:pPr>
          </a:p>
        </p:txBody>
      </p:sp>
      <p:sp>
        <p:nvSpPr>
          <p:cNvPr id="384" name="Google Shape;384;p37:notes"/>
          <p:cNvSpPr txBox="1"/>
          <p:nvPr>
            <p:ph type="sldNum" idx="12"/>
          </p:nvPr>
        </p:nvSpPr>
        <p:spPr>
          <a:xfrm>
            <a:off x="3849477" y="9434355"/>
            <a:ext cx="2945100" cy="4971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panose="020B0704020202020204"/>
              <a:buNone/>
            </a:pPr>
            <a:fld id="{00000000-1234-1234-1234-123412341234}" type="slidenum">
              <a:rPr lang="fr-FR"/>
            </a:fld>
            <a:endParaRPr lang="fr-F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547" name="Shape 547"/>
        <p:cNvGrpSpPr/>
        <p:nvPr/>
      </p:nvGrpSpPr>
      <p:grpSpPr>
        <a:xfrm>
          <a:off x="0" y="0"/>
          <a:ext cx="0" cy="0"/>
          <a:chOff x="0" y="0"/>
          <a:chExt cx="0" cy="0"/>
        </a:xfrm>
      </p:grpSpPr>
      <p:sp>
        <p:nvSpPr>
          <p:cNvPr id="548" name="Google Shape;548;g2a420ecdccf_0_0:notes"/>
          <p:cNvSpPr/>
          <p:nvPr>
            <p:ph type="sldImg" idx="2"/>
          </p:nvPr>
        </p:nvSpPr>
        <p:spPr>
          <a:xfrm>
            <a:off x="-325010" y="744538"/>
            <a:ext cx="7444500" cy="43653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9" name="Google Shape;549;g2a420ecdccf_0_0:notes"/>
          <p:cNvSpPr txBox="1"/>
          <p:nvPr>
            <p:ph type="body" idx="1"/>
          </p:nvPr>
        </p:nvSpPr>
        <p:spPr>
          <a:xfrm>
            <a:off x="372914" y="5357206"/>
            <a:ext cx="6048600" cy="38295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550" name="Google Shape;550;g2a420ecdccf_0_0:notes"/>
          <p:cNvSpPr txBox="1"/>
          <p:nvPr>
            <p:ph type="sldNum" idx="12"/>
          </p:nvPr>
        </p:nvSpPr>
        <p:spPr>
          <a:xfrm>
            <a:off x="3849477" y="9434355"/>
            <a:ext cx="2945100" cy="4971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panose="020B0704020202020204"/>
              <a:buNone/>
            </a:pPr>
            <a:fld id="{00000000-1234-1234-1234-123412341234}" type="slidenum">
              <a:rPr lang="fr-FR"/>
            </a:fld>
            <a:endParaRPr lang="fr-F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570" name="Shape 570"/>
        <p:cNvGrpSpPr/>
        <p:nvPr/>
      </p:nvGrpSpPr>
      <p:grpSpPr>
        <a:xfrm>
          <a:off x="0" y="0"/>
          <a:ext cx="0" cy="0"/>
          <a:chOff x="0" y="0"/>
          <a:chExt cx="0" cy="0"/>
        </a:xfrm>
      </p:grpSpPr>
      <p:sp>
        <p:nvSpPr>
          <p:cNvPr id="571" name="Google Shape;571;p50:notes"/>
          <p:cNvSpPr/>
          <p:nvPr>
            <p:ph type="sldImg" idx="2"/>
          </p:nvPr>
        </p:nvSpPr>
        <p:spPr>
          <a:xfrm>
            <a:off x="-325010" y="744538"/>
            <a:ext cx="7444500" cy="43653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572" name="Google Shape;572;p50:notes"/>
          <p:cNvSpPr txBox="1"/>
          <p:nvPr>
            <p:ph type="body" idx="1"/>
          </p:nvPr>
        </p:nvSpPr>
        <p:spPr>
          <a:xfrm>
            <a:off x="372914" y="5357206"/>
            <a:ext cx="6048600" cy="38295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1200"/>
              <a:buNone/>
            </a:pPr>
          </a:p>
        </p:txBody>
      </p:sp>
      <p:sp>
        <p:nvSpPr>
          <p:cNvPr id="573" name="Google Shape;573;p50:notes"/>
          <p:cNvSpPr txBox="1"/>
          <p:nvPr>
            <p:ph type="sldNum" idx="12"/>
          </p:nvPr>
        </p:nvSpPr>
        <p:spPr>
          <a:xfrm>
            <a:off x="3849477" y="9434355"/>
            <a:ext cx="2945100" cy="4971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panose="020B0704020202020204"/>
              <a:buNone/>
            </a:pPr>
            <a:fld id="{00000000-1234-1234-1234-123412341234}" type="slidenum">
              <a:rPr lang="fr-FR"/>
            </a:fld>
            <a:endParaRPr lang="fr-F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563" name="Shape 563"/>
        <p:cNvGrpSpPr/>
        <p:nvPr/>
      </p:nvGrpSpPr>
      <p:grpSpPr>
        <a:xfrm>
          <a:off x="0" y="0"/>
          <a:ext cx="0" cy="0"/>
          <a:chOff x="0" y="0"/>
          <a:chExt cx="0" cy="0"/>
        </a:xfrm>
      </p:grpSpPr>
      <p:sp>
        <p:nvSpPr>
          <p:cNvPr id="564" name="Google Shape;564;p49:notes"/>
          <p:cNvSpPr/>
          <p:nvPr>
            <p:ph type="sldImg" idx="2"/>
          </p:nvPr>
        </p:nvSpPr>
        <p:spPr>
          <a:xfrm>
            <a:off x="-325010" y="744538"/>
            <a:ext cx="7444500" cy="43653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565" name="Google Shape;565;p49:notes"/>
          <p:cNvSpPr txBox="1"/>
          <p:nvPr>
            <p:ph type="body" idx="1"/>
          </p:nvPr>
        </p:nvSpPr>
        <p:spPr>
          <a:xfrm>
            <a:off x="372914" y="5357206"/>
            <a:ext cx="6048600" cy="38295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1200"/>
              <a:buNone/>
            </a:pPr>
          </a:p>
        </p:txBody>
      </p:sp>
      <p:sp>
        <p:nvSpPr>
          <p:cNvPr id="566" name="Google Shape;566;p49:notes"/>
          <p:cNvSpPr txBox="1"/>
          <p:nvPr>
            <p:ph type="sldNum" idx="12"/>
          </p:nvPr>
        </p:nvSpPr>
        <p:spPr>
          <a:xfrm>
            <a:off x="3849477" y="9434355"/>
            <a:ext cx="2945100" cy="4971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panose="020B0704020202020204"/>
              <a:buNone/>
            </a:pPr>
            <a:fld id="{00000000-1234-1234-1234-123412341234}" type="slidenum">
              <a:rPr lang="fr-FR"/>
            </a:fld>
            <a:endParaRPr lang="fr-F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717" name="Shape 717"/>
        <p:cNvGrpSpPr/>
        <p:nvPr/>
      </p:nvGrpSpPr>
      <p:grpSpPr>
        <a:xfrm>
          <a:off x="0" y="0"/>
          <a:ext cx="0" cy="0"/>
          <a:chOff x="0" y="0"/>
          <a:chExt cx="0" cy="0"/>
        </a:xfrm>
      </p:grpSpPr>
      <p:sp>
        <p:nvSpPr>
          <p:cNvPr id="718" name="Google Shape;718;g2a420ecdccf_0_44:notes"/>
          <p:cNvSpPr/>
          <p:nvPr>
            <p:ph type="sldImg" idx="2"/>
          </p:nvPr>
        </p:nvSpPr>
        <p:spPr>
          <a:xfrm>
            <a:off x="-483088" y="744538"/>
            <a:ext cx="7760700" cy="43656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719" name="Google Shape;719;g2a420ecdccf_0_44:notes"/>
          <p:cNvSpPr txBox="1"/>
          <p:nvPr>
            <p:ph type="body" idx="1"/>
          </p:nvPr>
        </p:nvSpPr>
        <p:spPr>
          <a:xfrm>
            <a:off x="372914" y="5357206"/>
            <a:ext cx="6048600" cy="38295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1200"/>
              <a:buNone/>
            </a:pPr>
          </a:p>
        </p:txBody>
      </p:sp>
      <p:sp>
        <p:nvSpPr>
          <p:cNvPr id="720" name="Google Shape;720;g2a420ecdccf_0_44:notes"/>
          <p:cNvSpPr txBox="1"/>
          <p:nvPr>
            <p:ph type="sldNum" idx="12"/>
          </p:nvPr>
        </p:nvSpPr>
        <p:spPr>
          <a:xfrm>
            <a:off x="3849477" y="9434355"/>
            <a:ext cx="2945100" cy="4971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panose="020B0704020202020204"/>
              <a:buNone/>
            </a:pPr>
            <a:fld id="{00000000-1234-1234-1234-123412341234}" type="slidenum">
              <a:rPr lang="fr-FR"/>
            </a:fld>
            <a:endParaRPr lang="fr-F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563" name="Shape 563"/>
        <p:cNvGrpSpPr/>
        <p:nvPr/>
      </p:nvGrpSpPr>
      <p:grpSpPr>
        <a:xfrm>
          <a:off x="0" y="0"/>
          <a:ext cx="0" cy="0"/>
          <a:chOff x="0" y="0"/>
          <a:chExt cx="0" cy="0"/>
        </a:xfrm>
      </p:grpSpPr>
      <p:sp>
        <p:nvSpPr>
          <p:cNvPr id="564" name="Google Shape;564;p49:notes"/>
          <p:cNvSpPr/>
          <p:nvPr>
            <p:ph type="sldImg" idx="2"/>
          </p:nvPr>
        </p:nvSpPr>
        <p:spPr>
          <a:xfrm>
            <a:off x="-325010" y="744538"/>
            <a:ext cx="7444500" cy="43653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565" name="Google Shape;565;p49:notes"/>
          <p:cNvSpPr txBox="1"/>
          <p:nvPr>
            <p:ph type="body" idx="1"/>
          </p:nvPr>
        </p:nvSpPr>
        <p:spPr>
          <a:xfrm>
            <a:off x="372914" y="5357206"/>
            <a:ext cx="6048600" cy="38295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1200"/>
              <a:buNone/>
            </a:pPr>
          </a:p>
        </p:txBody>
      </p:sp>
      <p:sp>
        <p:nvSpPr>
          <p:cNvPr id="566" name="Google Shape;566;p49:notes"/>
          <p:cNvSpPr txBox="1"/>
          <p:nvPr>
            <p:ph type="sldNum" idx="12"/>
          </p:nvPr>
        </p:nvSpPr>
        <p:spPr>
          <a:xfrm>
            <a:off x="3849477" y="9434355"/>
            <a:ext cx="2945100" cy="4971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panose="020B0704020202020204"/>
              <a:buNone/>
            </a:pPr>
            <a:fld id="{00000000-1234-1234-1234-123412341234}" type="slidenum">
              <a:rPr lang="fr-FR"/>
            </a:fld>
            <a:endParaRPr lang="fr-F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717" name="Shape 717"/>
        <p:cNvGrpSpPr/>
        <p:nvPr/>
      </p:nvGrpSpPr>
      <p:grpSpPr>
        <a:xfrm>
          <a:off x="0" y="0"/>
          <a:ext cx="0" cy="0"/>
          <a:chOff x="0" y="0"/>
          <a:chExt cx="0" cy="0"/>
        </a:xfrm>
      </p:grpSpPr>
      <p:sp>
        <p:nvSpPr>
          <p:cNvPr id="718" name="Google Shape;718;g2a420ecdccf_0_44:notes"/>
          <p:cNvSpPr/>
          <p:nvPr>
            <p:ph type="sldImg" idx="2"/>
          </p:nvPr>
        </p:nvSpPr>
        <p:spPr>
          <a:xfrm>
            <a:off x="-483088" y="744538"/>
            <a:ext cx="7760700" cy="43656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719" name="Google Shape;719;g2a420ecdccf_0_44:notes"/>
          <p:cNvSpPr txBox="1"/>
          <p:nvPr>
            <p:ph type="body" idx="1"/>
          </p:nvPr>
        </p:nvSpPr>
        <p:spPr>
          <a:xfrm>
            <a:off x="372914" y="5357206"/>
            <a:ext cx="6048600" cy="38295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1200"/>
              <a:buNone/>
            </a:pPr>
          </a:p>
        </p:txBody>
      </p:sp>
      <p:sp>
        <p:nvSpPr>
          <p:cNvPr id="720" name="Google Shape;720;g2a420ecdccf_0_44:notes"/>
          <p:cNvSpPr txBox="1"/>
          <p:nvPr>
            <p:ph type="sldNum" idx="12"/>
          </p:nvPr>
        </p:nvSpPr>
        <p:spPr>
          <a:xfrm>
            <a:off x="3849477" y="9434355"/>
            <a:ext cx="2945100" cy="4971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panose="020B0704020202020204"/>
              <a:buNone/>
            </a:pPr>
            <a:fld id="{00000000-1234-1234-1234-123412341234}" type="slidenum">
              <a:rPr lang="fr-FR"/>
            </a:fld>
            <a:endParaRPr lang="fr-F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563" name="Shape 563"/>
        <p:cNvGrpSpPr/>
        <p:nvPr/>
      </p:nvGrpSpPr>
      <p:grpSpPr>
        <a:xfrm>
          <a:off x="0" y="0"/>
          <a:ext cx="0" cy="0"/>
          <a:chOff x="0" y="0"/>
          <a:chExt cx="0" cy="0"/>
        </a:xfrm>
      </p:grpSpPr>
      <p:sp>
        <p:nvSpPr>
          <p:cNvPr id="564" name="Google Shape;564;p49:notes"/>
          <p:cNvSpPr/>
          <p:nvPr>
            <p:ph type="sldImg" idx="2"/>
          </p:nvPr>
        </p:nvSpPr>
        <p:spPr>
          <a:xfrm>
            <a:off x="-325010" y="744538"/>
            <a:ext cx="7444500" cy="43653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565" name="Google Shape;565;p49:notes"/>
          <p:cNvSpPr txBox="1"/>
          <p:nvPr>
            <p:ph type="body" idx="1"/>
          </p:nvPr>
        </p:nvSpPr>
        <p:spPr>
          <a:xfrm>
            <a:off x="372914" y="5357206"/>
            <a:ext cx="6048600" cy="38295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1200"/>
              <a:buNone/>
            </a:pPr>
          </a:p>
        </p:txBody>
      </p:sp>
      <p:sp>
        <p:nvSpPr>
          <p:cNvPr id="566" name="Google Shape;566;p49:notes"/>
          <p:cNvSpPr txBox="1"/>
          <p:nvPr>
            <p:ph type="sldNum" idx="12"/>
          </p:nvPr>
        </p:nvSpPr>
        <p:spPr>
          <a:xfrm>
            <a:off x="3849477" y="9434355"/>
            <a:ext cx="2945100" cy="4971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panose="020B0704020202020204"/>
              <a:buNone/>
            </a:pPr>
            <a:fld id="{00000000-1234-1234-1234-123412341234}" type="slidenum">
              <a:rPr lang="fr-FR"/>
            </a:fld>
            <a:endParaRPr lang="fr-F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563" name="Shape 563"/>
        <p:cNvGrpSpPr/>
        <p:nvPr/>
      </p:nvGrpSpPr>
      <p:grpSpPr>
        <a:xfrm>
          <a:off x="0" y="0"/>
          <a:ext cx="0" cy="0"/>
          <a:chOff x="0" y="0"/>
          <a:chExt cx="0" cy="0"/>
        </a:xfrm>
      </p:grpSpPr>
      <p:sp>
        <p:nvSpPr>
          <p:cNvPr id="564" name="Google Shape;564;p49:notes"/>
          <p:cNvSpPr/>
          <p:nvPr>
            <p:ph type="sldImg" idx="2"/>
          </p:nvPr>
        </p:nvSpPr>
        <p:spPr>
          <a:xfrm>
            <a:off x="-325010" y="744538"/>
            <a:ext cx="7444500" cy="43653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565" name="Google Shape;565;p49:notes"/>
          <p:cNvSpPr txBox="1"/>
          <p:nvPr>
            <p:ph type="body" idx="1"/>
          </p:nvPr>
        </p:nvSpPr>
        <p:spPr>
          <a:xfrm>
            <a:off x="372914" y="5357206"/>
            <a:ext cx="6048600" cy="38295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1200"/>
              <a:buNone/>
            </a:pPr>
          </a:p>
        </p:txBody>
      </p:sp>
      <p:sp>
        <p:nvSpPr>
          <p:cNvPr id="566" name="Google Shape;566;p49:notes"/>
          <p:cNvSpPr txBox="1"/>
          <p:nvPr>
            <p:ph type="sldNum" idx="12"/>
          </p:nvPr>
        </p:nvSpPr>
        <p:spPr>
          <a:xfrm>
            <a:off x="3849477" y="9434355"/>
            <a:ext cx="2945100" cy="4971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panose="020B0704020202020204"/>
              <a:buNone/>
            </a:pPr>
            <a:fld id="{00000000-1234-1234-1234-123412341234}" type="slidenum">
              <a:rPr lang="fr-FR"/>
            </a:fld>
            <a:endParaRPr lang="fr-F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54" name="Shape 54"/>
        <p:cNvGrpSpPr/>
        <p:nvPr/>
      </p:nvGrpSpPr>
      <p:grpSpPr>
        <a:xfrm>
          <a:off x="0" y="0"/>
          <a:ext cx="0" cy="0"/>
          <a:chOff x="0" y="0"/>
          <a:chExt cx="0" cy="0"/>
        </a:xfrm>
      </p:grpSpPr>
      <p:sp>
        <p:nvSpPr>
          <p:cNvPr id="55" name="Google Shape;55;p2:notes"/>
          <p:cNvSpPr txBox="1"/>
          <p:nvPr>
            <p:ph type="sldNum" idx="12"/>
          </p:nvPr>
        </p:nvSpPr>
        <p:spPr>
          <a:xfrm>
            <a:off x="3849477" y="9434355"/>
            <a:ext cx="2945024" cy="497046"/>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fr-FR" sz="1200">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6" name="Google Shape;56;p2:notes"/>
          <p:cNvSpPr/>
          <p:nvPr>
            <p:ph type="sldImg" idx="2"/>
          </p:nvPr>
        </p:nvSpPr>
        <p:spPr>
          <a:xfrm>
            <a:off x="89206" y="744538"/>
            <a:ext cx="6617700" cy="37242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7" name="Google Shape;57;p2:notes"/>
          <p:cNvSpPr txBox="1"/>
          <p:nvPr>
            <p:ph type="body" idx="1"/>
          </p:nvPr>
        </p:nvSpPr>
        <p:spPr>
          <a:xfrm>
            <a:off x="372914" y="5357206"/>
            <a:ext cx="6048672" cy="3829419"/>
          </a:xfrm>
          <a:prstGeom prst="rect">
            <a:avLst/>
          </a:prstGeom>
          <a:noFill/>
          <a:ln>
            <a:noFill/>
          </a:ln>
        </p:spPr>
        <p:txBody>
          <a:bodyPr spcFirstLastPara="1" wrap="square" lIns="91425" tIns="45700" rIns="91425" bIns="45700" anchor="t" anchorCtr="0">
            <a:noAutofit/>
          </a:bodyPr>
          <a:lstStyle/>
          <a:p>
            <a:pPr marL="171450" lvl="0" indent="-95250" algn="l" rtl="0">
              <a:lnSpc>
                <a:spcPct val="90000"/>
              </a:lnSpc>
              <a:spcBef>
                <a:spcPts val="0"/>
              </a:spcBef>
              <a:spcAft>
                <a:spcPts val="0"/>
              </a:spcAft>
              <a:buClr>
                <a:srgbClr val="263857"/>
              </a:buClr>
              <a:buSzPts val="1200"/>
              <a:buNone/>
            </a:p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2_Page de transition">
  <p:cSld name="2_Page de transition">
    <p:spTree>
      <p:nvGrpSpPr>
        <p:cNvPr id="16" name="Shape 16"/>
        <p:cNvGrpSpPr/>
        <p:nvPr/>
      </p:nvGrpSpPr>
      <p:grpSpPr>
        <a:xfrm>
          <a:off x="0" y="0"/>
          <a:ext cx="0" cy="0"/>
          <a:chOff x="0" y="0"/>
          <a:chExt cx="0" cy="0"/>
        </a:xfrm>
      </p:grpSpPr>
      <p:sp>
        <p:nvSpPr>
          <p:cNvPr id="17" name="Google Shape;17;p2"/>
          <p:cNvSpPr txBox="1"/>
          <p:nvPr>
            <p:ph type="body" idx="1"/>
          </p:nvPr>
        </p:nvSpPr>
        <p:spPr>
          <a:xfrm>
            <a:off x="185051" y="681540"/>
            <a:ext cx="1371600" cy="648000"/>
          </a:xfrm>
          <a:prstGeom prst="rect">
            <a:avLst/>
          </a:prstGeom>
          <a:noFill/>
          <a:ln>
            <a:noFill/>
          </a:ln>
        </p:spPr>
        <p:txBody>
          <a:bodyPr spcFirstLastPara="1" wrap="square" lIns="0" tIns="0" rIns="0" bIns="0" anchor="b" anchorCtr="0">
            <a:noAutofit/>
          </a:bodyPr>
          <a:lstStyle>
            <a:lvl1pPr marL="457200" lvl="0" indent="-228600" algn="r">
              <a:lnSpc>
                <a:spcPct val="90000"/>
              </a:lnSpc>
              <a:spcBef>
                <a:spcPts val="200"/>
              </a:spcBef>
              <a:spcAft>
                <a:spcPts val="0"/>
              </a:spcAft>
              <a:buSzPts val="1400"/>
              <a:buNone/>
              <a:defRPr sz="3100"/>
            </a:lvl1pPr>
            <a:lvl2pPr marL="914400" lvl="1" indent="-304800" algn="l">
              <a:lnSpc>
                <a:spcPct val="90000"/>
              </a:lnSpc>
              <a:spcBef>
                <a:spcPts val="200"/>
              </a:spcBef>
              <a:spcAft>
                <a:spcPts val="0"/>
              </a:spcAft>
              <a:buSzPts val="1200"/>
              <a:buChar char="–"/>
              <a:defRPr/>
            </a:lvl2pPr>
            <a:lvl3pPr marL="1371600" lvl="2" indent="-292100" algn="l">
              <a:lnSpc>
                <a:spcPct val="90000"/>
              </a:lnSpc>
              <a:spcBef>
                <a:spcPts val="200"/>
              </a:spcBef>
              <a:spcAft>
                <a:spcPts val="0"/>
              </a:spcAft>
              <a:buSzPts val="1000"/>
              <a:buChar char="o"/>
              <a:defRPr/>
            </a:lvl3pPr>
            <a:lvl4pPr marL="1828800" lvl="3" indent="-292100" algn="l">
              <a:lnSpc>
                <a:spcPct val="90000"/>
              </a:lnSpc>
              <a:spcBef>
                <a:spcPts val="200"/>
              </a:spcBef>
              <a:spcAft>
                <a:spcPts val="0"/>
              </a:spcAft>
              <a:buSzPts val="1000"/>
              <a:buChar char="-"/>
              <a:defRPr/>
            </a:lvl4pPr>
            <a:lvl5pPr marL="2286000" lvl="4" indent="-292100" algn="l">
              <a:lnSpc>
                <a:spcPct val="90000"/>
              </a:lnSpc>
              <a:spcBef>
                <a:spcPts val="200"/>
              </a:spcBef>
              <a:spcAft>
                <a:spcPts val="0"/>
              </a:spcAft>
              <a:buSzPts val="1000"/>
              <a:buChar char="•"/>
              <a:defRPr/>
            </a:lvl5pPr>
            <a:lvl6pPr marL="2743200" lvl="5" indent="-273050" algn="l">
              <a:lnSpc>
                <a:spcPct val="100000"/>
              </a:lnSpc>
              <a:spcBef>
                <a:spcPts val="100"/>
              </a:spcBef>
              <a:spcAft>
                <a:spcPts val="0"/>
              </a:spcAft>
              <a:buSzPts val="700"/>
              <a:buChar char="•"/>
              <a:defRPr/>
            </a:lvl6pPr>
            <a:lvl7pPr marL="3200400" lvl="6" indent="-273050" algn="l">
              <a:lnSpc>
                <a:spcPct val="100000"/>
              </a:lnSpc>
              <a:spcBef>
                <a:spcPts val="100"/>
              </a:spcBef>
              <a:spcAft>
                <a:spcPts val="0"/>
              </a:spcAft>
              <a:buSzPts val="700"/>
              <a:buChar char="•"/>
              <a:defRPr/>
            </a:lvl7pPr>
            <a:lvl8pPr marL="3657600" lvl="7" indent="-273050" algn="l">
              <a:lnSpc>
                <a:spcPct val="100000"/>
              </a:lnSpc>
              <a:spcBef>
                <a:spcPts val="100"/>
              </a:spcBef>
              <a:spcAft>
                <a:spcPts val="0"/>
              </a:spcAft>
              <a:buSzPts val="700"/>
              <a:buChar char="•"/>
              <a:defRPr/>
            </a:lvl8pPr>
            <a:lvl9pPr marL="4114800" lvl="8" indent="-273050" algn="l">
              <a:lnSpc>
                <a:spcPct val="100000"/>
              </a:lnSpc>
              <a:spcBef>
                <a:spcPts val="100"/>
              </a:spcBef>
              <a:spcAft>
                <a:spcPts val="0"/>
              </a:spcAft>
              <a:buSzPts val="700"/>
              <a:buChar char="•"/>
              <a:defRPr/>
            </a:lvl9pPr>
          </a:lstStyle>
          <a:p/>
        </p:txBody>
      </p:sp>
      <p:sp>
        <p:nvSpPr>
          <p:cNvPr id="18" name="Google Shape;18;p2"/>
          <p:cNvSpPr txBox="1"/>
          <p:nvPr>
            <p:ph type="body" idx="2"/>
          </p:nvPr>
        </p:nvSpPr>
        <p:spPr>
          <a:xfrm>
            <a:off x="1780306" y="742244"/>
            <a:ext cx="7178700" cy="587400"/>
          </a:xfrm>
          <a:prstGeom prst="rect">
            <a:avLst/>
          </a:prstGeom>
          <a:noFill/>
          <a:ln>
            <a:noFill/>
          </a:ln>
        </p:spPr>
        <p:txBody>
          <a:bodyPr spcFirstLastPara="1" wrap="square" lIns="62300" tIns="38475" rIns="31150" bIns="0" anchor="b" anchorCtr="0">
            <a:noAutofit/>
          </a:bodyPr>
          <a:lstStyle>
            <a:lvl1pPr marL="457200" lvl="0" indent="-228600" algn="l">
              <a:lnSpc>
                <a:spcPct val="90000"/>
              </a:lnSpc>
              <a:spcBef>
                <a:spcPts val="200"/>
              </a:spcBef>
              <a:spcAft>
                <a:spcPts val="0"/>
              </a:spcAft>
              <a:buSzPts val="1400"/>
              <a:buNone/>
              <a:defRPr sz="3100" b="1"/>
            </a:lvl1pPr>
            <a:lvl2pPr marL="914400" lvl="1" indent="-304800" algn="l">
              <a:lnSpc>
                <a:spcPct val="90000"/>
              </a:lnSpc>
              <a:spcBef>
                <a:spcPts val="200"/>
              </a:spcBef>
              <a:spcAft>
                <a:spcPts val="0"/>
              </a:spcAft>
              <a:buSzPts val="1200"/>
              <a:buChar char="–"/>
              <a:defRPr/>
            </a:lvl2pPr>
            <a:lvl3pPr marL="1371600" lvl="2" indent="-292100" algn="l">
              <a:lnSpc>
                <a:spcPct val="90000"/>
              </a:lnSpc>
              <a:spcBef>
                <a:spcPts val="200"/>
              </a:spcBef>
              <a:spcAft>
                <a:spcPts val="0"/>
              </a:spcAft>
              <a:buSzPts val="1000"/>
              <a:buChar char="o"/>
              <a:defRPr/>
            </a:lvl3pPr>
            <a:lvl4pPr marL="1828800" lvl="3" indent="-292100" algn="l">
              <a:lnSpc>
                <a:spcPct val="90000"/>
              </a:lnSpc>
              <a:spcBef>
                <a:spcPts val="200"/>
              </a:spcBef>
              <a:spcAft>
                <a:spcPts val="0"/>
              </a:spcAft>
              <a:buSzPts val="1000"/>
              <a:buChar char="-"/>
              <a:defRPr/>
            </a:lvl4pPr>
            <a:lvl5pPr marL="2286000" lvl="4" indent="-292100" algn="l">
              <a:lnSpc>
                <a:spcPct val="90000"/>
              </a:lnSpc>
              <a:spcBef>
                <a:spcPts val="200"/>
              </a:spcBef>
              <a:spcAft>
                <a:spcPts val="0"/>
              </a:spcAft>
              <a:buSzPts val="1000"/>
              <a:buChar char="•"/>
              <a:defRPr/>
            </a:lvl5pPr>
            <a:lvl6pPr marL="2743200" lvl="5" indent="-273050" algn="l">
              <a:lnSpc>
                <a:spcPct val="100000"/>
              </a:lnSpc>
              <a:spcBef>
                <a:spcPts val="100"/>
              </a:spcBef>
              <a:spcAft>
                <a:spcPts val="0"/>
              </a:spcAft>
              <a:buSzPts val="700"/>
              <a:buChar char="•"/>
              <a:defRPr/>
            </a:lvl6pPr>
            <a:lvl7pPr marL="3200400" lvl="6" indent="-273050" algn="l">
              <a:lnSpc>
                <a:spcPct val="100000"/>
              </a:lnSpc>
              <a:spcBef>
                <a:spcPts val="100"/>
              </a:spcBef>
              <a:spcAft>
                <a:spcPts val="0"/>
              </a:spcAft>
              <a:buSzPts val="700"/>
              <a:buChar char="•"/>
              <a:defRPr/>
            </a:lvl7pPr>
            <a:lvl8pPr marL="3657600" lvl="7" indent="-273050" algn="l">
              <a:lnSpc>
                <a:spcPct val="100000"/>
              </a:lnSpc>
              <a:spcBef>
                <a:spcPts val="100"/>
              </a:spcBef>
              <a:spcAft>
                <a:spcPts val="0"/>
              </a:spcAft>
              <a:buSzPts val="700"/>
              <a:buChar char="•"/>
              <a:defRPr/>
            </a:lvl8pPr>
            <a:lvl9pPr marL="4114800" lvl="8" indent="-273050" algn="l">
              <a:lnSpc>
                <a:spcPct val="100000"/>
              </a:lnSpc>
              <a:spcBef>
                <a:spcPts val="100"/>
              </a:spcBef>
              <a:spcAft>
                <a:spcPts val="0"/>
              </a:spcAft>
              <a:buSzPts val="700"/>
              <a:buChar char="•"/>
              <a:defRPr/>
            </a:lvl9pPr>
          </a:lstStyle>
          <a:p/>
        </p:txBody>
      </p:sp>
      <p:sp>
        <p:nvSpPr>
          <p:cNvPr id="19" name="Google Shape;19;p2"/>
          <p:cNvSpPr/>
          <p:nvPr/>
        </p:nvSpPr>
        <p:spPr>
          <a:xfrm>
            <a:off x="1647367" y="742243"/>
            <a:ext cx="42300" cy="587400"/>
          </a:xfrm>
          <a:prstGeom prst="roundRect">
            <a:avLst>
              <a:gd name="adj" fmla="val 50000"/>
            </a:avLst>
          </a:prstGeom>
          <a:solidFill>
            <a:srgbClr val="980000"/>
          </a:solidFill>
          <a:ln>
            <a:noFill/>
          </a:ln>
        </p:spPr>
        <p:txBody>
          <a:bodyPr spcFirstLastPara="1" wrap="square" lIns="0" tIns="39550" rIns="0" bIns="39550" anchor="ctr" anchorCtr="0">
            <a:noAutofit/>
          </a:bodyPr>
          <a:lstStyle/>
          <a:p>
            <a:pPr marL="0" marR="0" lvl="0" indent="0" algn="ctr" rtl="0">
              <a:lnSpc>
                <a:spcPct val="100000"/>
              </a:lnSpc>
              <a:spcBef>
                <a:spcPts val="0"/>
              </a:spcBef>
              <a:spcAft>
                <a:spcPts val="0"/>
              </a:spcAft>
              <a:buClr>
                <a:srgbClr val="000000"/>
              </a:buClr>
              <a:buSzPts val="800"/>
              <a:buFont typeface="Arial" panose="020B0704020202020204"/>
              <a:buNone/>
            </a:pPr>
            <a:endParaRPr sz="800" b="1" i="0" u="none" strike="noStrike" cap="small">
              <a:solidFill>
                <a:schemeClr val="lt1"/>
              </a:solidFill>
              <a:latin typeface="Calibri"/>
              <a:ea typeface="Calibri"/>
              <a:cs typeface="Calibri"/>
              <a:sym typeface="Calibri"/>
            </a:endParaRPr>
          </a:p>
        </p:txBody>
      </p:sp>
      <p:sp>
        <p:nvSpPr>
          <p:cNvPr id="20" name="Google Shape;20;p2"/>
          <p:cNvSpPr txBox="1"/>
          <p:nvPr>
            <p:ph type="body" idx="3"/>
          </p:nvPr>
        </p:nvSpPr>
        <p:spPr>
          <a:xfrm>
            <a:off x="1963283" y="2029478"/>
            <a:ext cx="6723600" cy="2565000"/>
          </a:xfrm>
          <a:prstGeom prst="rect">
            <a:avLst/>
          </a:prstGeom>
          <a:noFill/>
          <a:ln>
            <a:noFill/>
          </a:ln>
        </p:spPr>
        <p:txBody>
          <a:bodyPr spcFirstLastPara="1" wrap="square" lIns="62300" tIns="38475" rIns="31150" bIns="38475" anchor="t" anchorCtr="0">
            <a:noAutofit/>
          </a:bodyPr>
          <a:lstStyle>
            <a:lvl1pPr marL="457200" lvl="0" indent="-317500" algn="l">
              <a:lnSpc>
                <a:spcPct val="90000"/>
              </a:lnSpc>
              <a:spcBef>
                <a:spcPts val="200"/>
              </a:spcBef>
              <a:spcAft>
                <a:spcPts val="0"/>
              </a:spcAft>
              <a:buSzPts val="1400"/>
              <a:buChar char="▪"/>
              <a:defRPr sz="1400"/>
            </a:lvl1pPr>
            <a:lvl2pPr marL="914400" lvl="1" indent="-304800" algn="l">
              <a:lnSpc>
                <a:spcPct val="90000"/>
              </a:lnSpc>
              <a:spcBef>
                <a:spcPts val="200"/>
              </a:spcBef>
              <a:spcAft>
                <a:spcPts val="0"/>
              </a:spcAft>
              <a:buSzPts val="1200"/>
              <a:buChar char="–"/>
              <a:defRPr sz="1200"/>
            </a:lvl2pPr>
            <a:lvl3pPr marL="1371600" lvl="2" indent="-292100" algn="l">
              <a:lnSpc>
                <a:spcPct val="90000"/>
              </a:lnSpc>
              <a:spcBef>
                <a:spcPts val="200"/>
              </a:spcBef>
              <a:spcAft>
                <a:spcPts val="0"/>
              </a:spcAft>
              <a:buSzPts val="1000"/>
              <a:buChar char="o"/>
              <a:defRPr sz="1000"/>
            </a:lvl3pPr>
            <a:lvl4pPr marL="1828800" lvl="3" indent="-292100" algn="l">
              <a:lnSpc>
                <a:spcPct val="90000"/>
              </a:lnSpc>
              <a:spcBef>
                <a:spcPts val="200"/>
              </a:spcBef>
              <a:spcAft>
                <a:spcPts val="0"/>
              </a:spcAft>
              <a:buSzPts val="1000"/>
              <a:buChar char="-"/>
              <a:defRPr sz="1000"/>
            </a:lvl4pPr>
            <a:lvl5pPr marL="2286000" lvl="4" indent="-292100" algn="l">
              <a:lnSpc>
                <a:spcPct val="90000"/>
              </a:lnSpc>
              <a:spcBef>
                <a:spcPts val="200"/>
              </a:spcBef>
              <a:spcAft>
                <a:spcPts val="0"/>
              </a:spcAft>
              <a:buSzPts val="1000"/>
              <a:buChar char="•"/>
              <a:defRPr sz="1000"/>
            </a:lvl5pPr>
            <a:lvl6pPr marL="2743200" lvl="5" indent="-273050" algn="l">
              <a:lnSpc>
                <a:spcPct val="100000"/>
              </a:lnSpc>
              <a:spcBef>
                <a:spcPts val="100"/>
              </a:spcBef>
              <a:spcAft>
                <a:spcPts val="0"/>
              </a:spcAft>
              <a:buSzPts val="700"/>
              <a:buChar char="•"/>
              <a:defRPr sz="1700"/>
            </a:lvl6pPr>
            <a:lvl7pPr marL="3200400" lvl="6" indent="-273050" algn="l">
              <a:lnSpc>
                <a:spcPct val="100000"/>
              </a:lnSpc>
              <a:spcBef>
                <a:spcPts val="100"/>
              </a:spcBef>
              <a:spcAft>
                <a:spcPts val="0"/>
              </a:spcAft>
              <a:buSzPts val="700"/>
              <a:buChar char="•"/>
              <a:defRPr sz="1700"/>
            </a:lvl7pPr>
            <a:lvl8pPr marL="3657600" lvl="7" indent="-273050" algn="l">
              <a:lnSpc>
                <a:spcPct val="100000"/>
              </a:lnSpc>
              <a:spcBef>
                <a:spcPts val="100"/>
              </a:spcBef>
              <a:spcAft>
                <a:spcPts val="0"/>
              </a:spcAft>
              <a:buSzPts val="700"/>
              <a:buChar char="•"/>
              <a:defRPr sz="1700"/>
            </a:lvl8pPr>
            <a:lvl9pPr marL="4114800" lvl="8" indent="-273050" algn="l">
              <a:lnSpc>
                <a:spcPct val="100000"/>
              </a:lnSpc>
              <a:spcBef>
                <a:spcPts val="100"/>
              </a:spcBef>
              <a:spcAft>
                <a:spcPts val="0"/>
              </a:spcAft>
              <a:buSzPts val="700"/>
              <a:buChar char="•"/>
              <a:defRPr sz="17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showMasterSp="0" matchingName="Diapositive de titre">
  <p:cSld name="TITLE">
    <p:spTree>
      <p:nvGrpSpPr>
        <p:cNvPr id="21" name="Shape 21"/>
        <p:cNvGrpSpPr/>
        <p:nvPr/>
      </p:nvGrpSpPr>
      <p:grpSpPr>
        <a:xfrm>
          <a:off x="0" y="0"/>
          <a:ext cx="0" cy="0"/>
          <a:chOff x="0" y="0"/>
          <a:chExt cx="0" cy="0"/>
        </a:xfrm>
      </p:grpSpPr>
      <p:sp>
        <p:nvSpPr>
          <p:cNvPr id="22" name="Google Shape;22;p3"/>
          <p:cNvSpPr/>
          <p:nvPr/>
        </p:nvSpPr>
        <p:spPr>
          <a:xfrm>
            <a:off x="0" y="4248152"/>
            <a:ext cx="9144000" cy="909300"/>
          </a:xfrm>
          <a:prstGeom prst="rect">
            <a:avLst/>
          </a:prstGeom>
          <a:solidFill>
            <a:srgbClr val="980000"/>
          </a:solidFill>
          <a:ln>
            <a:noFill/>
          </a:ln>
        </p:spPr>
        <p:txBody>
          <a:bodyPr spcFirstLastPara="1" wrap="square" lIns="79125" tIns="39550" rIns="79125" bIns="39550" anchor="ctr" anchorCtr="0">
            <a:noAutofit/>
          </a:bodyPr>
          <a:lstStyle/>
          <a:p>
            <a:pPr marL="0" marR="0" lvl="0" indent="0" algn="l" rtl="0">
              <a:lnSpc>
                <a:spcPct val="100000"/>
              </a:lnSpc>
              <a:spcBef>
                <a:spcPts val="0"/>
              </a:spcBef>
              <a:spcAft>
                <a:spcPts val="0"/>
              </a:spcAft>
              <a:buClr>
                <a:srgbClr val="000000"/>
              </a:buClr>
              <a:buSzPts val="1000"/>
              <a:buFont typeface="Arial" panose="020B0704020202020204"/>
              <a:buNone/>
            </a:pPr>
            <a:endParaRPr sz="1000" b="0" i="0" u="none" strike="noStrike" cap="none">
              <a:solidFill>
                <a:schemeClr val="dk1"/>
              </a:solidFill>
              <a:latin typeface="Arial" panose="020B0704020202020204"/>
              <a:ea typeface="Arial" panose="020B0704020202020204"/>
              <a:cs typeface="Arial" panose="020B0704020202020204"/>
              <a:sym typeface="Arial" panose="020B0704020202020204"/>
            </a:endParaRPr>
          </a:p>
        </p:txBody>
      </p:sp>
      <p:sp>
        <p:nvSpPr>
          <p:cNvPr id="23" name="Google Shape;23;p3"/>
          <p:cNvSpPr txBox="1"/>
          <p:nvPr>
            <p:ph type="ctrTitle"/>
          </p:nvPr>
        </p:nvSpPr>
        <p:spPr>
          <a:xfrm>
            <a:off x="2542058" y="2653003"/>
            <a:ext cx="4059900" cy="241500"/>
          </a:xfrm>
          <a:prstGeom prst="rect">
            <a:avLst/>
          </a:prstGeom>
          <a:noFill/>
          <a:ln>
            <a:noFill/>
          </a:ln>
        </p:spPr>
        <p:txBody>
          <a:bodyPr spcFirstLastPara="1" wrap="square" lIns="31150" tIns="31150" rIns="31150" bIns="31150" anchor="t" anchorCtr="0">
            <a:spAutoFit/>
          </a:bodyPr>
          <a:lstStyle>
            <a:lvl1pPr lvl="0" algn="ctr">
              <a:lnSpc>
                <a:spcPct val="90000"/>
              </a:lnSpc>
              <a:spcBef>
                <a:spcPts val="800"/>
              </a:spcBef>
              <a:spcAft>
                <a:spcPts val="0"/>
              </a:spcAft>
              <a:buSzPts val="1200"/>
              <a:buNone/>
              <a:defRPr sz="1600" b="1">
                <a:solidFill>
                  <a:srgbClr val="13264A"/>
                </a:solidFill>
                <a:latin typeface="Calibri"/>
                <a:ea typeface="Calibri"/>
                <a:cs typeface="Calibri"/>
                <a:sym typeface="Calibri"/>
              </a:defRPr>
            </a:lvl1pPr>
            <a:lvl2pPr lvl="1" algn="ctr">
              <a:lnSpc>
                <a:spcPct val="105000"/>
              </a:lnSpc>
              <a:spcBef>
                <a:spcPts val="0"/>
              </a:spcBef>
              <a:spcAft>
                <a:spcPts val="0"/>
              </a:spcAft>
              <a:buSzPts val="1200"/>
              <a:buNone/>
              <a:defRPr/>
            </a:lvl2pPr>
            <a:lvl3pPr lvl="2" algn="ctr">
              <a:lnSpc>
                <a:spcPct val="105000"/>
              </a:lnSpc>
              <a:spcBef>
                <a:spcPts val="0"/>
              </a:spcBef>
              <a:spcAft>
                <a:spcPts val="0"/>
              </a:spcAft>
              <a:buSzPts val="1200"/>
              <a:buNone/>
              <a:defRPr/>
            </a:lvl3pPr>
            <a:lvl4pPr lvl="3" algn="ctr">
              <a:lnSpc>
                <a:spcPct val="105000"/>
              </a:lnSpc>
              <a:spcBef>
                <a:spcPts val="0"/>
              </a:spcBef>
              <a:spcAft>
                <a:spcPts val="0"/>
              </a:spcAft>
              <a:buSzPts val="1200"/>
              <a:buNone/>
              <a:defRPr/>
            </a:lvl4pPr>
            <a:lvl5pPr lvl="4" algn="ctr">
              <a:lnSpc>
                <a:spcPct val="105000"/>
              </a:lnSpc>
              <a:spcBef>
                <a:spcPts val="0"/>
              </a:spcBef>
              <a:spcAft>
                <a:spcPts val="0"/>
              </a:spcAft>
              <a:buSzPts val="1200"/>
              <a:buNone/>
              <a:defRPr/>
            </a:lvl5pPr>
            <a:lvl6pPr lvl="5" algn="ctr">
              <a:lnSpc>
                <a:spcPct val="105000"/>
              </a:lnSpc>
              <a:spcBef>
                <a:spcPts val="0"/>
              </a:spcBef>
              <a:spcAft>
                <a:spcPts val="0"/>
              </a:spcAft>
              <a:buSzPts val="1200"/>
              <a:buNone/>
              <a:defRPr/>
            </a:lvl6pPr>
            <a:lvl7pPr lvl="6" algn="ctr">
              <a:lnSpc>
                <a:spcPct val="105000"/>
              </a:lnSpc>
              <a:spcBef>
                <a:spcPts val="0"/>
              </a:spcBef>
              <a:spcAft>
                <a:spcPts val="0"/>
              </a:spcAft>
              <a:buSzPts val="1200"/>
              <a:buNone/>
              <a:defRPr/>
            </a:lvl7pPr>
            <a:lvl8pPr lvl="7" algn="ctr">
              <a:lnSpc>
                <a:spcPct val="105000"/>
              </a:lnSpc>
              <a:spcBef>
                <a:spcPts val="0"/>
              </a:spcBef>
              <a:spcAft>
                <a:spcPts val="0"/>
              </a:spcAft>
              <a:buSzPts val="1200"/>
              <a:buNone/>
              <a:defRPr/>
            </a:lvl8pPr>
            <a:lvl9pPr lvl="8" algn="ctr">
              <a:lnSpc>
                <a:spcPct val="105000"/>
              </a:lnSpc>
              <a:spcBef>
                <a:spcPts val="0"/>
              </a:spcBef>
              <a:spcAft>
                <a:spcPts val="0"/>
              </a:spcAft>
              <a:buSzPts val="1200"/>
              <a:buNone/>
              <a:defRPr/>
            </a:lvl9pPr>
          </a:lstStyle>
          <a:p/>
        </p:txBody>
      </p:sp>
      <p:sp>
        <p:nvSpPr>
          <p:cNvPr id="24" name="Google Shape;24;p3"/>
          <p:cNvSpPr txBox="1"/>
          <p:nvPr>
            <p:ph type="subTitle" idx="1"/>
          </p:nvPr>
        </p:nvSpPr>
        <p:spPr>
          <a:xfrm>
            <a:off x="2005350" y="1119600"/>
            <a:ext cx="5133300" cy="957600"/>
          </a:xfrm>
          <a:prstGeom prst="rect">
            <a:avLst/>
          </a:prstGeom>
          <a:noFill/>
          <a:ln>
            <a:noFill/>
          </a:ln>
        </p:spPr>
        <p:txBody>
          <a:bodyPr spcFirstLastPara="1" wrap="square" lIns="79125" tIns="39550" rIns="79125" bIns="39550" anchor="ctr" anchorCtr="0">
            <a:noAutofit/>
          </a:bodyPr>
          <a:lstStyle>
            <a:lvl1pPr lvl="0" algn="ctr">
              <a:lnSpc>
                <a:spcPct val="90000"/>
              </a:lnSpc>
              <a:spcBef>
                <a:spcPts val="0"/>
              </a:spcBef>
              <a:spcAft>
                <a:spcPts val="0"/>
              </a:spcAft>
              <a:buClr>
                <a:schemeClr val="lt1"/>
              </a:buClr>
              <a:buSzPts val="3000"/>
              <a:buFont typeface="Calibri"/>
              <a:buNone/>
              <a:defRPr sz="3000">
                <a:solidFill>
                  <a:srgbClr val="13264A"/>
                </a:solidFill>
              </a:defRPr>
            </a:lvl1pPr>
            <a:lvl2pPr lvl="1" algn="l">
              <a:lnSpc>
                <a:spcPct val="90000"/>
              </a:lnSpc>
              <a:spcBef>
                <a:spcPts val="200"/>
              </a:spcBef>
              <a:spcAft>
                <a:spcPts val="0"/>
              </a:spcAft>
              <a:buSzPts val="3000"/>
              <a:buFont typeface="Calibri"/>
              <a:buChar char="–"/>
              <a:defRPr sz="3000"/>
            </a:lvl2pPr>
            <a:lvl3pPr lvl="2" algn="l">
              <a:lnSpc>
                <a:spcPct val="90000"/>
              </a:lnSpc>
              <a:spcBef>
                <a:spcPts val="200"/>
              </a:spcBef>
              <a:spcAft>
                <a:spcPts val="0"/>
              </a:spcAft>
              <a:buSzPts val="3000"/>
              <a:buFont typeface="Calibri"/>
              <a:buChar char="o"/>
              <a:defRPr sz="3000"/>
            </a:lvl3pPr>
            <a:lvl4pPr lvl="3" algn="l">
              <a:lnSpc>
                <a:spcPct val="90000"/>
              </a:lnSpc>
              <a:spcBef>
                <a:spcPts val="200"/>
              </a:spcBef>
              <a:spcAft>
                <a:spcPts val="0"/>
              </a:spcAft>
              <a:buSzPts val="3000"/>
              <a:buFont typeface="Calibri"/>
              <a:buChar char="-"/>
              <a:defRPr sz="3000"/>
            </a:lvl4pPr>
            <a:lvl5pPr lvl="4" algn="l">
              <a:lnSpc>
                <a:spcPct val="90000"/>
              </a:lnSpc>
              <a:spcBef>
                <a:spcPts val="200"/>
              </a:spcBef>
              <a:spcAft>
                <a:spcPts val="0"/>
              </a:spcAft>
              <a:buSzPts val="3000"/>
              <a:buChar char="•"/>
              <a:defRPr sz="3000"/>
            </a:lvl5pPr>
            <a:lvl6pPr lvl="5" algn="l">
              <a:lnSpc>
                <a:spcPct val="100000"/>
              </a:lnSpc>
              <a:spcBef>
                <a:spcPts val="300"/>
              </a:spcBef>
              <a:spcAft>
                <a:spcPts val="0"/>
              </a:spcAft>
              <a:buSzPts val="3000"/>
              <a:buChar char="•"/>
              <a:defRPr sz="3000"/>
            </a:lvl6pPr>
            <a:lvl7pPr lvl="6" algn="l">
              <a:lnSpc>
                <a:spcPct val="100000"/>
              </a:lnSpc>
              <a:spcBef>
                <a:spcPts val="300"/>
              </a:spcBef>
              <a:spcAft>
                <a:spcPts val="0"/>
              </a:spcAft>
              <a:buSzPts val="3000"/>
              <a:buChar char="•"/>
              <a:defRPr sz="3000"/>
            </a:lvl7pPr>
            <a:lvl8pPr lvl="7" algn="l">
              <a:lnSpc>
                <a:spcPct val="100000"/>
              </a:lnSpc>
              <a:spcBef>
                <a:spcPts val="300"/>
              </a:spcBef>
              <a:spcAft>
                <a:spcPts val="0"/>
              </a:spcAft>
              <a:buSzPts val="3000"/>
              <a:buChar char="•"/>
              <a:defRPr sz="3000"/>
            </a:lvl8pPr>
            <a:lvl9pPr lvl="8" algn="l">
              <a:lnSpc>
                <a:spcPct val="100000"/>
              </a:lnSpc>
              <a:spcBef>
                <a:spcPts val="300"/>
              </a:spcBef>
              <a:spcAft>
                <a:spcPts val="0"/>
              </a:spcAft>
              <a:buSzPts val="3000"/>
              <a:buChar char="•"/>
              <a:defRPr sz="3000"/>
            </a:lvl9pPr>
          </a:lstStyle>
          <a:p/>
        </p:txBody>
      </p:sp>
      <p:sp>
        <p:nvSpPr>
          <p:cNvPr id="25" name="Google Shape;25;p3"/>
          <p:cNvSpPr/>
          <p:nvPr/>
        </p:nvSpPr>
        <p:spPr>
          <a:xfrm>
            <a:off x="0" y="210302"/>
            <a:ext cx="9144000" cy="56400"/>
          </a:xfrm>
          <a:prstGeom prst="rect">
            <a:avLst/>
          </a:prstGeom>
          <a:solidFill>
            <a:srgbClr val="980000"/>
          </a:solidFill>
          <a:ln>
            <a:noFill/>
          </a:ln>
        </p:spPr>
        <p:txBody>
          <a:bodyPr spcFirstLastPara="1" wrap="square" lIns="79125" tIns="39550" rIns="79125" bIns="39550" anchor="ctr" anchorCtr="0">
            <a:noAutofit/>
          </a:bodyPr>
          <a:lstStyle/>
          <a:p>
            <a:pPr marL="0" marR="0" lvl="0" indent="0" algn="l" rtl="0">
              <a:lnSpc>
                <a:spcPct val="100000"/>
              </a:lnSpc>
              <a:spcBef>
                <a:spcPts val="0"/>
              </a:spcBef>
              <a:spcAft>
                <a:spcPts val="0"/>
              </a:spcAft>
              <a:buClr>
                <a:srgbClr val="000000"/>
              </a:buClr>
              <a:buSzPts val="1000"/>
              <a:buFont typeface="Arial" panose="020B0704020202020204"/>
              <a:buNone/>
            </a:pPr>
            <a:endParaRPr sz="1000" b="0" i="0" u="none" strike="noStrike" cap="none">
              <a:solidFill>
                <a:schemeClr val="dk1"/>
              </a:solidFill>
              <a:latin typeface="Arial" panose="020B0704020202020204"/>
              <a:ea typeface="Arial" panose="020B0704020202020204"/>
              <a:cs typeface="Arial" panose="020B0704020202020204"/>
              <a:sym typeface="Arial" panose="020B0704020202020204"/>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matchingName="Titre et contenu">
  <p:cSld name="OBJECT">
    <p:spTree>
      <p:nvGrpSpPr>
        <p:cNvPr id="26" name="Shape 26"/>
        <p:cNvGrpSpPr/>
        <p:nvPr/>
      </p:nvGrpSpPr>
      <p:grpSpPr>
        <a:xfrm>
          <a:off x="0" y="0"/>
          <a:ext cx="0" cy="0"/>
          <a:chOff x="0" y="0"/>
          <a:chExt cx="0" cy="0"/>
        </a:xfrm>
      </p:grpSpPr>
      <p:sp>
        <p:nvSpPr>
          <p:cNvPr id="27" name="Google Shape;27;p4"/>
          <p:cNvSpPr txBox="1"/>
          <p:nvPr>
            <p:ph type="title"/>
          </p:nvPr>
        </p:nvSpPr>
        <p:spPr>
          <a:xfrm>
            <a:off x="417634" y="166688"/>
            <a:ext cx="8308800" cy="515400"/>
          </a:xfrm>
          <a:prstGeom prst="rect">
            <a:avLst/>
          </a:prstGeom>
          <a:noFill/>
          <a:ln>
            <a:noFill/>
          </a:ln>
        </p:spPr>
        <p:txBody>
          <a:bodyPr spcFirstLastPara="1" wrap="square" lIns="0" tIns="38475" rIns="15575" bIns="15575" anchor="b" anchorCtr="0">
            <a:noAutofit/>
          </a:bodyPr>
          <a:lstStyle>
            <a:lvl1pPr lvl="0" algn="l">
              <a:lnSpc>
                <a:spcPct val="90000"/>
              </a:lnSpc>
              <a:spcBef>
                <a:spcPts val="0"/>
              </a:spcBef>
              <a:spcAft>
                <a:spcPts val="0"/>
              </a:spcAft>
              <a:buSzPts val="2400"/>
              <a:buNone/>
              <a:defRPr>
                <a:solidFill>
                  <a:schemeClr val="dk1"/>
                </a:solidFill>
                <a:latin typeface="Calibri"/>
                <a:ea typeface="Calibri"/>
                <a:cs typeface="Calibri"/>
                <a:sym typeface="Calibri"/>
              </a:defRPr>
            </a:lvl1pPr>
            <a:lvl2pPr lvl="1" algn="l">
              <a:lnSpc>
                <a:spcPct val="105000"/>
              </a:lnSpc>
              <a:spcBef>
                <a:spcPts val="0"/>
              </a:spcBef>
              <a:spcAft>
                <a:spcPts val="0"/>
              </a:spcAft>
              <a:buSzPts val="2400"/>
              <a:buNone/>
              <a:defRPr/>
            </a:lvl2pPr>
            <a:lvl3pPr lvl="2" algn="l">
              <a:lnSpc>
                <a:spcPct val="105000"/>
              </a:lnSpc>
              <a:spcBef>
                <a:spcPts val="0"/>
              </a:spcBef>
              <a:spcAft>
                <a:spcPts val="0"/>
              </a:spcAft>
              <a:buSzPts val="2400"/>
              <a:buNone/>
              <a:defRPr/>
            </a:lvl3pPr>
            <a:lvl4pPr lvl="3" algn="l">
              <a:lnSpc>
                <a:spcPct val="105000"/>
              </a:lnSpc>
              <a:spcBef>
                <a:spcPts val="0"/>
              </a:spcBef>
              <a:spcAft>
                <a:spcPts val="0"/>
              </a:spcAft>
              <a:buSzPts val="2400"/>
              <a:buNone/>
              <a:defRPr/>
            </a:lvl4pPr>
            <a:lvl5pPr lvl="4" algn="l">
              <a:lnSpc>
                <a:spcPct val="105000"/>
              </a:lnSpc>
              <a:spcBef>
                <a:spcPts val="0"/>
              </a:spcBef>
              <a:spcAft>
                <a:spcPts val="0"/>
              </a:spcAft>
              <a:buSzPts val="2400"/>
              <a:buNone/>
              <a:defRPr/>
            </a:lvl5pPr>
            <a:lvl6pPr lvl="5" algn="l">
              <a:lnSpc>
                <a:spcPct val="105000"/>
              </a:lnSpc>
              <a:spcBef>
                <a:spcPts val="0"/>
              </a:spcBef>
              <a:spcAft>
                <a:spcPts val="0"/>
              </a:spcAft>
              <a:buSzPts val="2400"/>
              <a:buNone/>
              <a:defRPr/>
            </a:lvl6pPr>
            <a:lvl7pPr lvl="6" algn="l">
              <a:lnSpc>
                <a:spcPct val="105000"/>
              </a:lnSpc>
              <a:spcBef>
                <a:spcPts val="0"/>
              </a:spcBef>
              <a:spcAft>
                <a:spcPts val="0"/>
              </a:spcAft>
              <a:buSzPts val="2400"/>
              <a:buNone/>
              <a:defRPr/>
            </a:lvl7pPr>
            <a:lvl8pPr lvl="7" algn="l">
              <a:lnSpc>
                <a:spcPct val="105000"/>
              </a:lnSpc>
              <a:spcBef>
                <a:spcPts val="0"/>
              </a:spcBef>
              <a:spcAft>
                <a:spcPts val="0"/>
              </a:spcAft>
              <a:buSzPts val="2400"/>
              <a:buNone/>
              <a:defRPr/>
            </a:lvl8pPr>
            <a:lvl9pPr lvl="8" algn="l">
              <a:lnSpc>
                <a:spcPct val="105000"/>
              </a:lnSpc>
              <a:spcBef>
                <a:spcPts val="0"/>
              </a:spcBef>
              <a:spcAft>
                <a:spcPts val="0"/>
              </a:spcAft>
              <a:buSzPts val="2400"/>
              <a:buNone/>
              <a:defRPr/>
            </a:lvl9pPr>
          </a:lstStyle>
          <a:p/>
        </p:txBody>
      </p:sp>
      <p:sp>
        <p:nvSpPr>
          <p:cNvPr id="28" name="Google Shape;28;p4"/>
          <p:cNvSpPr txBox="1"/>
          <p:nvPr>
            <p:ph type="body" idx="1"/>
          </p:nvPr>
        </p:nvSpPr>
        <p:spPr>
          <a:xfrm>
            <a:off x="417634" y="1087041"/>
            <a:ext cx="8308800" cy="3206400"/>
          </a:xfrm>
          <a:prstGeom prst="rect">
            <a:avLst/>
          </a:prstGeom>
          <a:noFill/>
          <a:ln>
            <a:noFill/>
          </a:ln>
        </p:spPr>
        <p:txBody>
          <a:bodyPr spcFirstLastPara="1" wrap="square" lIns="62300" tIns="38475" rIns="31150" bIns="38475" anchor="t" anchorCtr="0">
            <a:noAutofit/>
          </a:bodyPr>
          <a:lstStyle>
            <a:lvl1pPr marL="457200" lvl="0" indent="-317500" algn="l">
              <a:lnSpc>
                <a:spcPct val="90000"/>
              </a:lnSpc>
              <a:spcBef>
                <a:spcPts val="1000"/>
              </a:spcBef>
              <a:spcAft>
                <a:spcPts val="0"/>
              </a:spcAft>
              <a:buSzPts val="1400"/>
              <a:buChar char="▪"/>
              <a:defRPr sz="1400" b="1">
                <a:solidFill>
                  <a:schemeClr val="dk1"/>
                </a:solidFill>
                <a:latin typeface="Calibri"/>
                <a:ea typeface="Calibri"/>
                <a:cs typeface="Calibri"/>
                <a:sym typeface="Calibri"/>
              </a:defRPr>
            </a:lvl1pPr>
            <a:lvl2pPr marL="914400" lvl="1" indent="-304800" algn="l">
              <a:lnSpc>
                <a:spcPct val="90000"/>
              </a:lnSpc>
              <a:spcBef>
                <a:spcPts val="200"/>
              </a:spcBef>
              <a:spcAft>
                <a:spcPts val="0"/>
              </a:spcAft>
              <a:buClr>
                <a:srgbClr val="746457"/>
              </a:buClr>
              <a:buSzPts val="1200"/>
              <a:buFont typeface="Calibri"/>
              <a:buChar char="–"/>
              <a:defRPr sz="1200">
                <a:solidFill>
                  <a:srgbClr val="746457"/>
                </a:solidFill>
                <a:latin typeface="Calibri"/>
                <a:ea typeface="Calibri"/>
                <a:cs typeface="Calibri"/>
                <a:sym typeface="Calibri"/>
              </a:defRPr>
            </a:lvl2pPr>
            <a:lvl3pPr marL="1371600" lvl="2" indent="-304800" algn="l">
              <a:lnSpc>
                <a:spcPct val="90000"/>
              </a:lnSpc>
              <a:spcBef>
                <a:spcPts val="300"/>
              </a:spcBef>
              <a:spcAft>
                <a:spcPts val="0"/>
              </a:spcAft>
              <a:buClr>
                <a:srgbClr val="746457"/>
              </a:buClr>
              <a:buSzPts val="1200"/>
              <a:buFont typeface="Arial" panose="020B0704020202020204"/>
              <a:buChar char="•"/>
              <a:defRPr sz="1000">
                <a:solidFill>
                  <a:srgbClr val="746457"/>
                </a:solidFill>
                <a:latin typeface="Calibri"/>
                <a:ea typeface="Calibri"/>
                <a:cs typeface="Calibri"/>
                <a:sym typeface="Calibri"/>
              </a:defRPr>
            </a:lvl3pPr>
            <a:lvl4pPr marL="1828800" lvl="3" indent="-292100" algn="l">
              <a:lnSpc>
                <a:spcPct val="90000"/>
              </a:lnSpc>
              <a:spcBef>
                <a:spcPts val="300"/>
              </a:spcBef>
              <a:spcAft>
                <a:spcPts val="0"/>
              </a:spcAft>
              <a:buClr>
                <a:srgbClr val="746457"/>
              </a:buClr>
              <a:buSzPts val="1000"/>
              <a:buChar char="-"/>
              <a:defRPr sz="1000" b="0">
                <a:solidFill>
                  <a:srgbClr val="746457"/>
                </a:solidFill>
                <a:latin typeface="Calibri"/>
                <a:ea typeface="Calibri"/>
                <a:cs typeface="Calibri"/>
                <a:sym typeface="Calibri"/>
              </a:defRPr>
            </a:lvl4pPr>
            <a:lvl5pPr marL="2286000" lvl="4" indent="-279400" algn="l">
              <a:lnSpc>
                <a:spcPct val="90000"/>
              </a:lnSpc>
              <a:spcBef>
                <a:spcPts val="300"/>
              </a:spcBef>
              <a:spcAft>
                <a:spcPts val="0"/>
              </a:spcAft>
              <a:buClr>
                <a:srgbClr val="746457"/>
              </a:buClr>
              <a:buSzPts val="800"/>
              <a:buFont typeface="Courier New" panose="02070609020205020404"/>
              <a:buChar char="o"/>
              <a:defRPr sz="1000">
                <a:solidFill>
                  <a:srgbClr val="746457"/>
                </a:solidFill>
                <a:latin typeface="Calibri"/>
                <a:ea typeface="Calibri"/>
                <a:cs typeface="Calibri"/>
                <a:sym typeface="Calibri"/>
              </a:defRPr>
            </a:lvl5pPr>
            <a:lvl6pPr marL="2743200" lvl="5" indent="-330200" algn="l">
              <a:lnSpc>
                <a:spcPct val="100000"/>
              </a:lnSpc>
              <a:spcBef>
                <a:spcPts val="300"/>
              </a:spcBef>
              <a:spcAft>
                <a:spcPts val="0"/>
              </a:spcAft>
              <a:buSzPts val="1600"/>
              <a:buChar char="•"/>
              <a:defRPr/>
            </a:lvl6pPr>
            <a:lvl7pPr marL="3200400" lvl="6" indent="-330200" algn="l">
              <a:lnSpc>
                <a:spcPct val="100000"/>
              </a:lnSpc>
              <a:spcBef>
                <a:spcPts val="300"/>
              </a:spcBef>
              <a:spcAft>
                <a:spcPts val="0"/>
              </a:spcAft>
              <a:buSzPts val="1600"/>
              <a:buChar char="•"/>
              <a:defRPr/>
            </a:lvl7pPr>
            <a:lvl8pPr marL="3657600" lvl="7" indent="-330200" algn="l">
              <a:lnSpc>
                <a:spcPct val="100000"/>
              </a:lnSpc>
              <a:spcBef>
                <a:spcPts val="300"/>
              </a:spcBef>
              <a:spcAft>
                <a:spcPts val="0"/>
              </a:spcAft>
              <a:buSzPts val="1600"/>
              <a:buChar char="•"/>
              <a:defRPr/>
            </a:lvl8pPr>
            <a:lvl9pPr marL="4114800" lvl="8" indent="-330200" algn="l">
              <a:lnSpc>
                <a:spcPct val="100000"/>
              </a:lnSpc>
              <a:spcBef>
                <a:spcPts val="300"/>
              </a:spcBef>
              <a:spcAft>
                <a:spcPts val="0"/>
              </a:spcAft>
              <a:buSzPts val="16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1_Page de transition">
  <p:cSld name="1_Page de transition">
    <p:spTree>
      <p:nvGrpSpPr>
        <p:cNvPr id="29" name="Shape 29"/>
        <p:cNvGrpSpPr/>
        <p:nvPr/>
      </p:nvGrpSpPr>
      <p:grpSpPr>
        <a:xfrm>
          <a:off x="0" y="0"/>
          <a:ext cx="0" cy="0"/>
          <a:chOff x="0" y="0"/>
          <a:chExt cx="0" cy="0"/>
        </a:xfrm>
      </p:grpSpPr>
      <p:sp>
        <p:nvSpPr>
          <p:cNvPr id="30" name="Google Shape;30;p5"/>
          <p:cNvSpPr txBox="1"/>
          <p:nvPr>
            <p:ph type="body" idx="1"/>
          </p:nvPr>
        </p:nvSpPr>
        <p:spPr>
          <a:xfrm>
            <a:off x="185052" y="681540"/>
            <a:ext cx="1263000" cy="1001400"/>
          </a:xfrm>
          <a:prstGeom prst="rect">
            <a:avLst/>
          </a:prstGeom>
          <a:noFill/>
          <a:ln>
            <a:noFill/>
          </a:ln>
        </p:spPr>
        <p:txBody>
          <a:bodyPr spcFirstLastPara="1" wrap="square" lIns="0" tIns="0" rIns="0" bIns="0" anchor="ctr" anchorCtr="0">
            <a:noAutofit/>
          </a:bodyPr>
          <a:lstStyle>
            <a:lvl1pPr marL="457200" lvl="0" indent="-228600" algn="r">
              <a:lnSpc>
                <a:spcPct val="90000"/>
              </a:lnSpc>
              <a:spcBef>
                <a:spcPts val="200"/>
              </a:spcBef>
              <a:spcAft>
                <a:spcPts val="0"/>
              </a:spcAft>
              <a:buSzPts val="6200"/>
              <a:buNone/>
              <a:defRPr sz="6200"/>
            </a:lvl1pPr>
            <a:lvl2pPr marL="914400" lvl="1" indent="-330200" algn="l">
              <a:lnSpc>
                <a:spcPct val="90000"/>
              </a:lnSpc>
              <a:spcBef>
                <a:spcPts val="200"/>
              </a:spcBef>
              <a:spcAft>
                <a:spcPts val="0"/>
              </a:spcAft>
              <a:buSzPts val="1600"/>
              <a:buChar char="–"/>
              <a:defRPr/>
            </a:lvl2pPr>
            <a:lvl3pPr marL="1371600" lvl="2" indent="-330200" algn="l">
              <a:lnSpc>
                <a:spcPct val="90000"/>
              </a:lnSpc>
              <a:spcBef>
                <a:spcPts val="200"/>
              </a:spcBef>
              <a:spcAft>
                <a:spcPts val="0"/>
              </a:spcAft>
              <a:buSzPts val="1600"/>
              <a:buChar char="o"/>
              <a:defRPr/>
            </a:lvl3pPr>
            <a:lvl4pPr marL="1828800" lvl="3" indent="-330200" algn="l">
              <a:lnSpc>
                <a:spcPct val="90000"/>
              </a:lnSpc>
              <a:spcBef>
                <a:spcPts val="200"/>
              </a:spcBef>
              <a:spcAft>
                <a:spcPts val="0"/>
              </a:spcAft>
              <a:buSzPts val="1600"/>
              <a:buChar char="-"/>
              <a:defRPr/>
            </a:lvl4pPr>
            <a:lvl5pPr marL="2286000" lvl="4" indent="-330200" algn="l">
              <a:lnSpc>
                <a:spcPct val="90000"/>
              </a:lnSpc>
              <a:spcBef>
                <a:spcPts val="200"/>
              </a:spcBef>
              <a:spcAft>
                <a:spcPts val="0"/>
              </a:spcAft>
              <a:buSzPts val="1600"/>
              <a:buChar char="•"/>
              <a:defRPr/>
            </a:lvl5pPr>
            <a:lvl6pPr marL="2743200" lvl="5" indent="-330200" algn="l">
              <a:lnSpc>
                <a:spcPct val="100000"/>
              </a:lnSpc>
              <a:spcBef>
                <a:spcPts val="300"/>
              </a:spcBef>
              <a:spcAft>
                <a:spcPts val="0"/>
              </a:spcAft>
              <a:buSzPts val="1600"/>
              <a:buChar char="•"/>
              <a:defRPr/>
            </a:lvl6pPr>
            <a:lvl7pPr marL="3200400" lvl="6" indent="-330200" algn="l">
              <a:lnSpc>
                <a:spcPct val="100000"/>
              </a:lnSpc>
              <a:spcBef>
                <a:spcPts val="300"/>
              </a:spcBef>
              <a:spcAft>
                <a:spcPts val="0"/>
              </a:spcAft>
              <a:buSzPts val="1600"/>
              <a:buChar char="•"/>
              <a:defRPr/>
            </a:lvl7pPr>
            <a:lvl8pPr marL="3657600" lvl="7" indent="-330200" algn="l">
              <a:lnSpc>
                <a:spcPct val="100000"/>
              </a:lnSpc>
              <a:spcBef>
                <a:spcPts val="300"/>
              </a:spcBef>
              <a:spcAft>
                <a:spcPts val="0"/>
              </a:spcAft>
              <a:buSzPts val="1600"/>
              <a:buChar char="•"/>
              <a:defRPr/>
            </a:lvl8pPr>
            <a:lvl9pPr marL="4114800" lvl="8" indent="-330200" algn="l">
              <a:lnSpc>
                <a:spcPct val="100000"/>
              </a:lnSpc>
              <a:spcBef>
                <a:spcPts val="300"/>
              </a:spcBef>
              <a:spcAft>
                <a:spcPts val="0"/>
              </a:spcAft>
              <a:buSzPts val="1600"/>
              <a:buChar char="•"/>
              <a:defRPr/>
            </a:lvl9pPr>
          </a:lstStyle>
          <a:p/>
        </p:txBody>
      </p:sp>
      <p:sp>
        <p:nvSpPr>
          <p:cNvPr id="31" name="Google Shape;31;p5"/>
          <p:cNvSpPr txBox="1"/>
          <p:nvPr>
            <p:ph type="body" idx="2"/>
          </p:nvPr>
        </p:nvSpPr>
        <p:spPr>
          <a:xfrm>
            <a:off x="1963282" y="742244"/>
            <a:ext cx="6995700" cy="880200"/>
          </a:xfrm>
          <a:prstGeom prst="rect">
            <a:avLst/>
          </a:prstGeom>
          <a:noFill/>
          <a:ln>
            <a:noFill/>
          </a:ln>
        </p:spPr>
        <p:txBody>
          <a:bodyPr spcFirstLastPara="1" wrap="square" lIns="62300" tIns="38475" rIns="31150" bIns="0" anchor="b" anchorCtr="0">
            <a:noAutofit/>
          </a:bodyPr>
          <a:lstStyle>
            <a:lvl1pPr marL="457200" lvl="0" indent="-228600" algn="l">
              <a:lnSpc>
                <a:spcPct val="90000"/>
              </a:lnSpc>
              <a:spcBef>
                <a:spcPts val="200"/>
              </a:spcBef>
              <a:spcAft>
                <a:spcPts val="0"/>
              </a:spcAft>
              <a:buSzPts val="3800"/>
              <a:buNone/>
              <a:defRPr sz="3800" b="1"/>
            </a:lvl1pPr>
            <a:lvl2pPr marL="914400" lvl="1" indent="-330200" algn="l">
              <a:lnSpc>
                <a:spcPct val="90000"/>
              </a:lnSpc>
              <a:spcBef>
                <a:spcPts val="200"/>
              </a:spcBef>
              <a:spcAft>
                <a:spcPts val="0"/>
              </a:spcAft>
              <a:buSzPts val="1600"/>
              <a:buChar char="–"/>
              <a:defRPr/>
            </a:lvl2pPr>
            <a:lvl3pPr marL="1371600" lvl="2" indent="-330200" algn="l">
              <a:lnSpc>
                <a:spcPct val="90000"/>
              </a:lnSpc>
              <a:spcBef>
                <a:spcPts val="200"/>
              </a:spcBef>
              <a:spcAft>
                <a:spcPts val="0"/>
              </a:spcAft>
              <a:buSzPts val="1600"/>
              <a:buChar char="o"/>
              <a:defRPr/>
            </a:lvl3pPr>
            <a:lvl4pPr marL="1828800" lvl="3" indent="-330200" algn="l">
              <a:lnSpc>
                <a:spcPct val="90000"/>
              </a:lnSpc>
              <a:spcBef>
                <a:spcPts val="200"/>
              </a:spcBef>
              <a:spcAft>
                <a:spcPts val="0"/>
              </a:spcAft>
              <a:buSzPts val="1600"/>
              <a:buChar char="-"/>
              <a:defRPr/>
            </a:lvl4pPr>
            <a:lvl5pPr marL="2286000" lvl="4" indent="-330200" algn="l">
              <a:lnSpc>
                <a:spcPct val="90000"/>
              </a:lnSpc>
              <a:spcBef>
                <a:spcPts val="200"/>
              </a:spcBef>
              <a:spcAft>
                <a:spcPts val="0"/>
              </a:spcAft>
              <a:buSzPts val="1600"/>
              <a:buChar char="•"/>
              <a:defRPr/>
            </a:lvl5pPr>
            <a:lvl6pPr marL="2743200" lvl="5" indent="-330200" algn="l">
              <a:lnSpc>
                <a:spcPct val="100000"/>
              </a:lnSpc>
              <a:spcBef>
                <a:spcPts val="300"/>
              </a:spcBef>
              <a:spcAft>
                <a:spcPts val="0"/>
              </a:spcAft>
              <a:buSzPts val="1600"/>
              <a:buChar char="•"/>
              <a:defRPr/>
            </a:lvl6pPr>
            <a:lvl7pPr marL="3200400" lvl="6" indent="-330200" algn="l">
              <a:lnSpc>
                <a:spcPct val="100000"/>
              </a:lnSpc>
              <a:spcBef>
                <a:spcPts val="300"/>
              </a:spcBef>
              <a:spcAft>
                <a:spcPts val="0"/>
              </a:spcAft>
              <a:buSzPts val="1600"/>
              <a:buChar char="•"/>
              <a:defRPr/>
            </a:lvl7pPr>
            <a:lvl8pPr marL="3657600" lvl="7" indent="-330200" algn="l">
              <a:lnSpc>
                <a:spcPct val="100000"/>
              </a:lnSpc>
              <a:spcBef>
                <a:spcPts val="300"/>
              </a:spcBef>
              <a:spcAft>
                <a:spcPts val="0"/>
              </a:spcAft>
              <a:buSzPts val="1600"/>
              <a:buChar char="•"/>
              <a:defRPr/>
            </a:lvl8pPr>
            <a:lvl9pPr marL="4114800" lvl="8" indent="-330200" algn="l">
              <a:lnSpc>
                <a:spcPct val="100000"/>
              </a:lnSpc>
              <a:spcBef>
                <a:spcPts val="300"/>
              </a:spcBef>
              <a:spcAft>
                <a:spcPts val="0"/>
              </a:spcAft>
              <a:buSzPts val="1600"/>
              <a:buChar char="•"/>
              <a:defRPr/>
            </a:lvl9pPr>
          </a:lstStyle>
          <a:p/>
        </p:txBody>
      </p:sp>
      <p:sp>
        <p:nvSpPr>
          <p:cNvPr id="32" name="Google Shape;32;p5"/>
          <p:cNvSpPr/>
          <p:nvPr/>
        </p:nvSpPr>
        <p:spPr>
          <a:xfrm>
            <a:off x="1647367" y="742243"/>
            <a:ext cx="116400" cy="880200"/>
          </a:xfrm>
          <a:prstGeom prst="roundRect">
            <a:avLst>
              <a:gd name="adj" fmla="val 50000"/>
            </a:avLst>
          </a:prstGeom>
          <a:solidFill>
            <a:srgbClr val="980000"/>
          </a:solidFill>
          <a:ln w="9525" cap="flat" cmpd="sng">
            <a:solidFill>
              <a:srgbClr val="980000"/>
            </a:solidFill>
            <a:prstDash val="solid"/>
            <a:round/>
            <a:headEnd type="none" w="sm" len="sm"/>
            <a:tailEnd type="none" w="sm" len="sm"/>
          </a:ln>
        </p:spPr>
        <p:txBody>
          <a:bodyPr spcFirstLastPara="1" wrap="square" lIns="0" tIns="39550" rIns="0" bIns="39550" anchor="ctr" anchorCtr="0">
            <a:noAutofit/>
          </a:bodyPr>
          <a:lstStyle/>
          <a:p>
            <a:pPr marL="0" marR="0" lvl="0" indent="0" algn="ctr" rtl="0">
              <a:lnSpc>
                <a:spcPct val="100000"/>
              </a:lnSpc>
              <a:spcBef>
                <a:spcPts val="0"/>
              </a:spcBef>
              <a:spcAft>
                <a:spcPts val="0"/>
              </a:spcAft>
              <a:buClr>
                <a:srgbClr val="000000"/>
              </a:buClr>
              <a:buSzPts val="800"/>
              <a:buFont typeface="Arial" panose="020B0704020202020204"/>
              <a:buNone/>
            </a:pPr>
            <a:endParaRPr sz="800" b="1" i="0" u="none" strike="noStrike" cap="small">
              <a:solidFill>
                <a:schemeClr val="lt1"/>
              </a:solidFill>
              <a:latin typeface="Calibri"/>
              <a:ea typeface="Calibri"/>
              <a:cs typeface="Calibri"/>
              <a:sym typeface="Calibri"/>
            </a:endParaRPr>
          </a:p>
        </p:txBody>
      </p:sp>
      <p:sp>
        <p:nvSpPr>
          <p:cNvPr id="33" name="Google Shape;33;p5"/>
          <p:cNvSpPr txBox="1"/>
          <p:nvPr>
            <p:ph type="body" idx="3"/>
          </p:nvPr>
        </p:nvSpPr>
        <p:spPr>
          <a:xfrm>
            <a:off x="1963283" y="2029478"/>
            <a:ext cx="6723600" cy="2565000"/>
          </a:xfrm>
          <a:prstGeom prst="rect">
            <a:avLst/>
          </a:prstGeom>
          <a:noFill/>
          <a:ln>
            <a:noFill/>
          </a:ln>
        </p:spPr>
        <p:txBody>
          <a:bodyPr spcFirstLastPara="1" wrap="square" lIns="62300" tIns="38475" rIns="31150" bIns="38475" anchor="t" anchorCtr="0">
            <a:noAutofit/>
          </a:bodyPr>
          <a:lstStyle>
            <a:lvl1pPr marL="457200" lvl="0" indent="-317500" algn="l">
              <a:lnSpc>
                <a:spcPct val="90000"/>
              </a:lnSpc>
              <a:spcBef>
                <a:spcPts val="200"/>
              </a:spcBef>
              <a:spcAft>
                <a:spcPts val="0"/>
              </a:spcAft>
              <a:buSzPts val="1400"/>
              <a:buChar char="▪"/>
              <a:defRPr sz="1400"/>
            </a:lvl1pPr>
            <a:lvl2pPr marL="914400" lvl="1" indent="-304800" algn="l">
              <a:lnSpc>
                <a:spcPct val="90000"/>
              </a:lnSpc>
              <a:spcBef>
                <a:spcPts val="200"/>
              </a:spcBef>
              <a:spcAft>
                <a:spcPts val="0"/>
              </a:spcAft>
              <a:buSzPts val="1200"/>
              <a:buChar char="–"/>
              <a:defRPr sz="1200"/>
            </a:lvl2pPr>
            <a:lvl3pPr marL="1371600" lvl="2" indent="-292100" algn="l">
              <a:lnSpc>
                <a:spcPct val="90000"/>
              </a:lnSpc>
              <a:spcBef>
                <a:spcPts val="200"/>
              </a:spcBef>
              <a:spcAft>
                <a:spcPts val="0"/>
              </a:spcAft>
              <a:buSzPts val="1000"/>
              <a:buChar char="o"/>
              <a:defRPr sz="1000"/>
            </a:lvl3pPr>
            <a:lvl4pPr marL="1828800" lvl="3" indent="-292100" algn="l">
              <a:lnSpc>
                <a:spcPct val="90000"/>
              </a:lnSpc>
              <a:spcBef>
                <a:spcPts val="200"/>
              </a:spcBef>
              <a:spcAft>
                <a:spcPts val="0"/>
              </a:spcAft>
              <a:buSzPts val="1000"/>
              <a:buChar char="-"/>
              <a:defRPr sz="1000"/>
            </a:lvl4pPr>
            <a:lvl5pPr marL="2286000" lvl="4" indent="-292100" algn="l">
              <a:lnSpc>
                <a:spcPct val="90000"/>
              </a:lnSpc>
              <a:spcBef>
                <a:spcPts val="200"/>
              </a:spcBef>
              <a:spcAft>
                <a:spcPts val="0"/>
              </a:spcAft>
              <a:buSzPts val="1000"/>
              <a:buFont typeface="Calibri"/>
              <a:buChar char="•"/>
              <a:defRPr sz="1000"/>
            </a:lvl5pPr>
            <a:lvl6pPr marL="2743200" lvl="5" indent="-336550" algn="l">
              <a:lnSpc>
                <a:spcPct val="100000"/>
              </a:lnSpc>
              <a:spcBef>
                <a:spcPts val="300"/>
              </a:spcBef>
              <a:spcAft>
                <a:spcPts val="0"/>
              </a:spcAft>
              <a:buSzPts val="1700"/>
              <a:buFont typeface="Calibri"/>
              <a:buChar char="•"/>
              <a:defRPr sz="1700"/>
            </a:lvl6pPr>
            <a:lvl7pPr marL="3200400" lvl="6" indent="-336550" algn="l">
              <a:lnSpc>
                <a:spcPct val="100000"/>
              </a:lnSpc>
              <a:spcBef>
                <a:spcPts val="300"/>
              </a:spcBef>
              <a:spcAft>
                <a:spcPts val="0"/>
              </a:spcAft>
              <a:buSzPts val="1700"/>
              <a:buFont typeface="Calibri"/>
              <a:buChar char="•"/>
              <a:defRPr sz="1700"/>
            </a:lvl7pPr>
            <a:lvl8pPr marL="3657600" lvl="7" indent="-336550" algn="l">
              <a:lnSpc>
                <a:spcPct val="100000"/>
              </a:lnSpc>
              <a:spcBef>
                <a:spcPts val="300"/>
              </a:spcBef>
              <a:spcAft>
                <a:spcPts val="0"/>
              </a:spcAft>
              <a:buSzPts val="1700"/>
              <a:buFont typeface="Calibri"/>
              <a:buChar char="•"/>
              <a:defRPr sz="1700"/>
            </a:lvl8pPr>
            <a:lvl9pPr marL="4114800" lvl="8" indent="-336550" algn="l">
              <a:lnSpc>
                <a:spcPct val="100000"/>
              </a:lnSpc>
              <a:spcBef>
                <a:spcPts val="300"/>
              </a:spcBef>
              <a:spcAft>
                <a:spcPts val="0"/>
              </a:spcAft>
              <a:buSzPts val="1700"/>
              <a:buFont typeface="Calibri"/>
              <a:buChar char="•"/>
              <a:defRPr sz="17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re seul">
  <p:cSld name="TITLE_ONLY">
    <p:spTree>
      <p:nvGrpSpPr>
        <p:cNvPr id="34" name="Shape 34"/>
        <p:cNvGrpSpPr/>
        <p:nvPr/>
      </p:nvGrpSpPr>
      <p:grpSpPr>
        <a:xfrm>
          <a:off x="0" y="0"/>
          <a:ext cx="0" cy="0"/>
          <a:chOff x="0" y="0"/>
          <a:chExt cx="0" cy="0"/>
        </a:xfrm>
      </p:grpSpPr>
      <p:sp>
        <p:nvSpPr>
          <p:cNvPr id="35" name="Google Shape;35;p6"/>
          <p:cNvSpPr txBox="1"/>
          <p:nvPr>
            <p:ph type="title"/>
          </p:nvPr>
        </p:nvSpPr>
        <p:spPr>
          <a:xfrm>
            <a:off x="417635" y="166688"/>
            <a:ext cx="8308200" cy="515400"/>
          </a:xfrm>
          <a:prstGeom prst="rect">
            <a:avLst/>
          </a:prstGeom>
          <a:noFill/>
          <a:ln>
            <a:noFill/>
          </a:ln>
        </p:spPr>
        <p:txBody>
          <a:bodyPr spcFirstLastPara="1" wrap="square" lIns="0" tIns="38475" rIns="15575" bIns="15575" anchor="b" anchorCtr="0">
            <a:noAutofit/>
          </a:bodyPr>
          <a:lstStyle>
            <a:lvl1pPr lvl="0" algn="l">
              <a:lnSpc>
                <a:spcPct val="90000"/>
              </a:lnSpc>
              <a:spcBef>
                <a:spcPts val="0"/>
              </a:spcBef>
              <a:spcAft>
                <a:spcPts val="0"/>
              </a:spcAft>
              <a:buSzPts val="1200"/>
              <a:buNone/>
              <a:defRPr/>
            </a:lvl1pPr>
            <a:lvl2pPr lvl="1" algn="l">
              <a:lnSpc>
                <a:spcPct val="105000"/>
              </a:lnSpc>
              <a:spcBef>
                <a:spcPts val="0"/>
              </a:spcBef>
              <a:spcAft>
                <a:spcPts val="0"/>
              </a:spcAft>
              <a:buSzPts val="1200"/>
              <a:buNone/>
              <a:defRPr/>
            </a:lvl2pPr>
            <a:lvl3pPr lvl="2" algn="l">
              <a:lnSpc>
                <a:spcPct val="105000"/>
              </a:lnSpc>
              <a:spcBef>
                <a:spcPts val="0"/>
              </a:spcBef>
              <a:spcAft>
                <a:spcPts val="0"/>
              </a:spcAft>
              <a:buSzPts val="1200"/>
              <a:buNone/>
              <a:defRPr/>
            </a:lvl3pPr>
            <a:lvl4pPr lvl="3" algn="l">
              <a:lnSpc>
                <a:spcPct val="105000"/>
              </a:lnSpc>
              <a:spcBef>
                <a:spcPts val="0"/>
              </a:spcBef>
              <a:spcAft>
                <a:spcPts val="0"/>
              </a:spcAft>
              <a:buSzPts val="1200"/>
              <a:buNone/>
              <a:defRPr/>
            </a:lvl4pPr>
            <a:lvl5pPr lvl="4" algn="l">
              <a:lnSpc>
                <a:spcPct val="105000"/>
              </a:lnSpc>
              <a:spcBef>
                <a:spcPts val="0"/>
              </a:spcBef>
              <a:spcAft>
                <a:spcPts val="0"/>
              </a:spcAft>
              <a:buSzPts val="1200"/>
              <a:buNone/>
              <a:defRPr/>
            </a:lvl5pPr>
            <a:lvl6pPr lvl="5" algn="l">
              <a:lnSpc>
                <a:spcPct val="105000"/>
              </a:lnSpc>
              <a:spcBef>
                <a:spcPts val="0"/>
              </a:spcBef>
              <a:spcAft>
                <a:spcPts val="0"/>
              </a:spcAft>
              <a:buSzPts val="1200"/>
              <a:buNone/>
              <a:defRPr/>
            </a:lvl6pPr>
            <a:lvl7pPr lvl="6" algn="l">
              <a:lnSpc>
                <a:spcPct val="105000"/>
              </a:lnSpc>
              <a:spcBef>
                <a:spcPts val="0"/>
              </a:spcBef>
              <a:spcAft>
                <a:spcPts val="0"/>
              </a:spcAft>
              <a:buSzPts val="1200"/>
              <a:buNone/>
              <a:defRPr/>
            </a:lvl7pPr>
            <a:lvl8pPr lvl="7" algn="l">
              <a:lnSpc>
                <a:spcPct val="105000"/>
              </a:lnSpc>
              <a:spcBef>
                <a:spcPts val="0"/>
              </a:spcBef>
              <a:spcAft>
                <a:spcPts val="0"/>
              </a:spcAft>
              <a:buSzPts val="1200"/>
              <a:buNone/>
              <a:defRPr/>
            </a:lvl8pPr>
            <a:lvl9pPr lvl="8" algn="l">
              <a:lnSpc>
                <a:spcPct val="105000"/>
              </a:lnSpc>
              <a:spcBef>
                <a:spcPts val="0"/>
              </a:spcBef>
              <a:spcAft>
                <a:spcPts val="0"/>
              </a:spcAft>
              <a:buSzPts val="12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Tx" matchingName="Contenu avec légende">
  <p:cSld name="OBJECT_WITH_CAPTION_TEXT">
    <p:spTree>
      <p:nvGrpSpPr>
        <p:cNvPr id="36" name="Shape 36"/>
        <p:cNvGrpSpPr/>
        <p:nvPr/>
      </p:nvGrpSpPr>
      <p:grpSpPr>
        <a:xfrm>
          <a:off x="0" y="0"/>
          <a:ext cx="0" cy="0"/>
          <a:chOff x="0" y="0"/>
          <a:chExt cx="0" cy="0"/>
        </a:xfrm>
      </p:grpSpPr>
      <p:sp>
        <p:nvSpPr>
          <p:cNvPr id="37" name="Google Shape;37;p7"/>
          <p:cNvSpPr txBox="1"/>
          <p:nvPr>
            <p:ph type="title"/>
          </p:nvPr>
        </p:nvSpPr>
        <p:spPr>
          <a:xfrm>
            <a:off x="417635" y="166688"/>
            <a:ext cx="8253000" cy="514500"/>
          </a:xfrm>
          <a:prstGeom prst="rect">
            <a:avLst/>
          </a:prstGeom>
          <a:noFill/>
          <a:ln>
            <a:noFill/>
          </a:ln>
        </p:spPr>
        <p:txBody>
          <a:bodyPr spcFirstLastPara="1" wrap="square" lIns="0" tIns="38475" rIns="15575" bIns="15575" anchor="b" anchorCtr="0">
            <a:noAutofit/>
          </a:bodyPr>
          <a:lstStyle>
            <a:lvl1pPr lvl="0" algn="l">
              <a:lnSpc>
                <a:spcPct val="90000"/>
              </a:lnSpc>
              <a:spcBef>
                <a:spcPts val="0"/>
              </a:spcBef>
              <a:spcAft>
                <a:spcPts val="0"/>
              </a:spcAft>
              <a:buSzPts val="1200"/>
              <a:buNone/>
              <a:defRPr sz="1600" b="1"/>
            </a:lvl1pPr>
            <a:lvl2pPr lvl="1" algn="l">
              <a:lnSpc>
                <a:spcPct val="105000"/>
              </a:lnSpc>
              <a:spcBef>
                <a:spcPts val="0"/>
              </a:spcBef>
              <a:spcAft>
                <a:spcPts val="0"/>
              </a:spcAft>
              <a:buSzPts val="1200"/>
              <a:buNone/>
              <a:defRPr/>
            </a:lvl2pPr>
            <a:lvl3pPr lvl="2" algn="l">
              <a:lnSpc>
                <a:spcPct val="105000"/>
              </a:lnSpc>
              <a:spcBef>
                <a:spcPts val="0"/>
              </a:spcBef>
              <a:spcAft>
                <a:spcPts val="0"/>
              </a:spcAft>
              <a:buSzPts val="1200"/>
              <a:buNone/>
              <a:defRPr/>
            </a:lvl3pPr>
            <a:lvl4pPr lvl="3" algn="l">
              <a:lnSpc>
                <a:spcPct val="105000"/>
              </a:lnSpc>
              <a:spcBef>
                <a:spcPts val="0"/>
              </a:spcBef>
              <a:spcAft>
                <a:spcPts val="0"/>
              </a:spcAft>
              <a:buSzPts val="1200"/>
              <a:buNone/>
              <a:defRPr/>
            </a:lvl4pPr>
            <a:lvl5pPr lvl="4" algn="l">
              <a:lnSpc>
                <a:spcPct val="105000"/>
              </a:lnSpc>
              <a:spcBef>
                <a:spcPts val="0"/>
              </a:spcBef>
              <a:spcAft>
                <a:spcPts val="0"/>
              </a:spcAft>
              <a:buSzPts val="1200"/>
              <a:buNone/>
              <a:defRPr/>
            </a:lvl5pPr>
            <a:lvl6pPr lvl="5" algn="l">
              <a:lnSpc>
                <a:spcPct val="105000"/>
              </a:lnSpc>
              <a:spcBef>
                <a:spcPts val="0"/>
              </a:spcBef>
              <a:spcAft>
                <a:spcPts val="0"/>
              </a:spcAft>
              <a:buSzPts val="1200"/>
              <a:buNone/>
              <a:defRPr/>
            </a:lvl6pPr>
            <a:lvl7pPr lvl="6" algn="l">
              <a:lnSpc>
                <a:spcPct val="105000"/>
              </a:lnSpc>
              <a:spcBef>
                <a:spcPts val="0"/>
              </a:spcBef>
              <a:spcAft>
                <a:spcPts val="0"/>
              </a:spcAft>
              <a:buSzPts val="1200"/>
              <a:buNone/>
              <a:defRPr/>
            </a:lvl7pPr>
            <a:lvl8pPr lvl="7" algn="l">
              <a:lnSpc>
                <a:spcPct val="105000"/>
              </a:lnSpc>
              <a:spcBef>
                <a:spcPts val="0"/>
              </a:spcBef>
              <a:spcAft>
                <a:spcPts val="0"/>
              </a:spcAft>
              <a:buSzPts val="1200"/>
              <a:buNone/>
              <a:defRPr/>
            </a:lvl8pPr>
            <a:lvl9pPr lvl="8" algn="l">
              <a:lnSpc>
                <a:spcPct val="105000"/>
              </a:lnSpc>
              <a:spcBef>
                <a:spcPts val="0"/>
              </a:spcBef>
              <a:spcAft>
                <a:spcPts val="0"/>
              </a:spcAft>
              <a:buSzPts val="1200"/>
              <a:buNone/>
              <a:defRPr/>
            </a:lvl9pPr>
          </a:lstStyle>
          <a:p/>
        </p:txBody>
      </p:sp>
      <p:sp>
        <p:nvSpPr>
          <p:cNvPr id="38" name="Google Shape;38;p7"/>
          <p:cNvSpPr txBox="1"/>
          <p:nvPr>
            <p:ph type="body" idx="1"/>
          </p:nvPr>
        </p:nvSpPr>
        <p:spPr>
          <a:xfrm>
            <a:off x="3575539" y="951310"/>
            <a:ext cx="5111400" cy="3643200"/>
          </a:xfrm>
          <a:prstGeom prst="rect">
            <a:avLst/>
          </a:prstGeom>
          <a:noFill/>
          <a:ln>
            <a:noFill/>
          </a:ln>
        </p:spPr>
        <p:txBody>
          <a:bodyPr spcFirstLastPara="1" wrap="square" lIns="62300" tIns="38475" rIns="31150" bIns="38475" anchor="t" anchorCtr="0">
            <a:noAutofit/>
          </a:bodyPr>
          <a:lstStyle>
            <a:lvl1pPr marL="457200" lvl="0" indent="-317500" algn="l">
              <a:lnSpc>
                <a:spcPct val="90000"/>
              </a:lnSpc>
              <a:spcBef>
                <a:spcPts val="200"/>
              </a:spcBef>
              <a:spcAft>
                <a:spcPts val="0"/>
              </a:spcAft>
              <a:buSzPts val="1400"/>
              <a:buChar char="▪"/>
              <a:defRPr sz="1400"/>
            </a:lvl1pPr>
            <a:lvl2pPr marL="914400" lvl="1" indent="-304800" algn="l">
              <a:lnSpc>
                <a:spcPct val="90000"/>
              </a:lnSpc>
              <a:spcBef>
                <a:spcPts val="200"/>
              </a:spcBef>
              <a:spcAft>
                <a:spcPts val="0"/>
              </a:spcAft>
              <a:buSzPts val="1200"/>
              <a:buChar char="–"/>
              <a:defRPr sz="1200"/>
            </a:lvl2pPr>
            <a:lvl3pPr marL="1371600" lvl="2" indent="-292100" algn="l">
              <a:lnSpc>
                <a:spcPct val="90000"/>
              </a:lnSpc>
              <a:spcBef>
                <a:spcPts val="200"/>
              </a:spcBef>
              <a:spcAft>
                <a:spcPts val="0"/>
              </a:spcAft>
              <a:buSzPts val="1000"/>
              <a:buChar char="o"/>
              <a:defRPr sz="1000"/>
            </a:lvl3pPr>
            <a:lvl4pPr marL="1828800" lvl="3" indent="-292100" algn="l">
              <a:lnSpc>
                <a:spcPct val="90000"/>
              </a:lnSpc>
              <a:spcBef>
                <a:spcPts val="200"/>
              </a:spcBef>
              <a:spcAft>
                <a:spcPts val="0"/>
              </a:spcAft>
              <a:buSzPts val="1000"/>
              <a:buChar char="-"/>
              <a:defRPr sz="1000"/>
            </a:lvl4pPr>
            <a:lvl5pPr marL="2286000" lvl="4" indent="-292100" algn="l">
              <a:lnSpc>
                <a:spcPct val="90000"/>
              </a:lnSpc>
              <a:spcBef>
                <a:spcPts val="200"/>
              </a:spcBef>
              <a:spcAft>
                <a:spcPts val="0"/>
              </a:spcAft>
              <a:buSzPts val="1000"/>
              <a:buFont typeface="Calibri"/>
              <a:buChar char="•"/>
              <a:defRPr sz="1000"/>
            </a:lvl5pPr>
            <a:lvl6pPr marL="2743200" lvl="5" indent="-336550" algn="l">
              <a:lnSpc>
                <a:spcPct val="100000"/>
              </a:lnSpc>
              <a:spcBef>
                <a:spcPts val="300"/>
              </a:spcBef>
              <a:spcAft>
                <a:spcPts val="0"/>
              </a:spcAft>
              <a:buSzPts val="1700"/>
              <a:buFont typeface="Calibri"/>
              <a:buChar char="•"/>
              <a:defRPr sz="1700"/>
            </a:lvl6pPr>
            <a:lvl7pPr marL="3200400" lvl="6" indent="-336550" algn="l">
              <a:lnSpc>
                <a:spcPct val="100000"/>
              </a:lnSpc>
              <a:spcBef>
                <a:spcPts val="300"/>
              </a:spcBef>
              <a:spcAft>
                <a:spcPts val="0"/>
              </a:spcAft>
              <a:buSzPts val="1700"/>
              <a:buFont typeface="Calibri"/>
              <a:buChar char="•"/>
              <a:defRPr sz="1700"/>
            </a:lvl7pPr>
            <a:lvl8pPr marL="3657600" lvl="7" indent="-336550" algn="l">
              <a:lnSpc>
                <a:spcPct val="100000"/>
              </a:lnSpc>
              <a:spcBef>
                <a:spcPts val="300"/>
              </a:spcBef>
              <a:spcAft>
                <a:spcPts val="0"/>
              </a:spcAft>
              <a:buSzPts val="1700"/>
              <a:buFont typeface="Calibri"/>
              <a:buChar char="•"/>
              <a:defRPr sz="1700"/>
            </a:lvl8pPr>
            <a:lvl9pPr marL="4114800" lvl="8" indent="-336550" algn="l">
              <a:lnSpc>
                <a:spcPct val="100000"/>
              </a:lnSpc>
              <a:spcBef>
                <a:spcPts val="300"/>
              </a:spcBef>
              <a:spcAft>
                <a:spcPts val="0"/>
              </a:spcAft>
              <a:buSzPts val="1700"/>
              <a:buFont typeface="Calibri"/>
              <a:buChar char="•"/>
              <a:defRPr sz="1700"/>
            </a:lvl9pPr>
          </a:lstStyle>
          <a:p/>
        </p:txBody>
      </p:sp>
      <p:sp>
        <p:nvSpPr>
          <p:cNvPr id="39" name="Google Shape;39;p7"/>
          <p:cNvSpPr txBox="1"/>
          <p:nvPr>
            <p:ph type="body" idx="2"/>
          </p:nvPr>
        </p:nvSpPr>
        <p:spPr>
          <a:xfrm>
            <a:off x="457201" y="951311"/>
            <a:ext cx="3008400" cy="3643200"/>
          </a:xfrm>
          <a:prstGeom prst="rect">
            <a:avLst/>
          </a:prstGeom>
          <a:noFill/>
          <a:ln>
            <a:noFill/>
          </a:ln>
        </p:spPr>
        <p:txBody>
          <a:bodyPr spcFirstLastPara="1" wrap="square" lIns="62300" tIns="38475" rIns="31150" bIns="38475" anchor="t" anchorCtr="0">
            <a:noAutofit/>
          </a:bodyPr>
          <a:lstStyle>
            <a:lvl1pPr marL="457200" lvl="0" indent="-228600" algn="l">
              <a:lnSpc>
                <a:spcPct val="90000"/>
              </a:lnSpc>
              <a:spcBef>
                <a:spcPts val="200"/>
              </a:spcBef>
              <a:spcAft>
                <a:spcPts val="0"/>
              </a:spcAft>
              <a:buSzPts val="1200"/>
              <a:buNone/>
              <a:defRPr sz="1200"/>
            </a:lvl1pPr>
            <a:lvl2pPr marL="914400" lvl="1" indent="-228600" algn="l">
              <a:lnSpc>
                <a:spcPct val="90000"/>
              </a:lnSpc>
              <a:spcBef>
                <a:spcPts val="200"/>
              </a:spcBef>
              <a:spcAft>
                <a:spcPts val="0"/>
              </a:spcAft>
              <a:buSzPts val="1000"/>
              <a:buNone/>
              <a:defRPr sz="1000"/>
            </a:lvl2pPr>
            <a:lvl3pPr marL="1371600" lvl="2" indent="-228600" algn="l">
              <a:lnSpc>
                <a:spcPct val="90000"/>
              </a:lnSpc>
              <a:spcBef>
                <a:spcPts val="200"/>
              </a:spcBef>
              <a:spcAft>
                <a:spcPts val="0"/>
              </a:spcAft>
              <a:buSzPts val="900"/>
              <a:buNone/>
              <a:defRPr sz="900"/>
            </a:lvl3pPr>
            <a:lvl4pPr marL="1828800" lvl="3" indent="-228600" algn="l">
              <a:lnSpc>
                <a:spcPct val="90000"/>
              </a:lnSpc>
              <a:spcBef>
                <a:spcPts val="200"/>
              </a:spcBef>
              <a:spcAft>
                <a:spcPts val="0"/>
              </a:spcAft>
              <a:buSzPts val="800"/>
              <a:buNone/>
              <a:defRPr sz="800"/>
            </a:lvl4pPr>
            <a:lvl5pPr marL="2286000" lvl="4" indent="-228600" algn="l">
              <a:lnSpc>
                <a:spcPct val="90000"/>
              </a:lnSpc>
              <a:spcBef>
                <a:spcPts val="200"/>
              </a:spcBef>
              <a:spcAft>
                <a:spcPts val="0"/>
              </a:spcAft>
              <a:buSzPts val="800"/>
              <a:buFont typeface="Calibri"/>
              <a:buNone/>
              <a:defRPr sz="800"/>
            </a:lvl5pPr>
            <a:lvl6pPr marL="2743200" lvl="5" indent="-228600" algn="l">
              <a:lnSpc>
                <a:spcPct val="100000"/>
              </a:lnSpc>
              <a:spcBef>
                <a:spcPts val="200"/>
              </a:spcBef>
              <a:spcAft>
                <a:spcPts val="0"/>
              </a:spcAft>
              <a:buSzPts val="800"/>
              <a:buFont typeface="Calibri"/>
              <a:buNone/>
              <a:defRPr sz="800"/>
            </a:lvl6pPr>
            <a:lvl7pPr marL="3200400" lvl="6" indent="-228600" algn="l">
              <a:lnSpc>
                <a:spcPct val="100000"/>
              </a:lnSpc>
              <a:spcBef>
                <a:spcPts val="200"/>
              </a:spcBef>
              <a:spcAft>
                <a:spcPts val="0"/>
              </a:spcAft>
              <a:buSzPts val="800"/>
              <a:buFont typeface="Calibri"/>
              <a:buNone/>
              <a:defRPr sz="800"/>
            </a:lvl7pPr>
            <a:lvl8pPr marL="3657600" lvl="7" indent="-228600" algn="l">
              <a:lnSpc>
                <a:spcPct val="100000"/>
              </a:lnSpc>
              <a:spcBef>
                <a:spcPts val="200"/>
              </a:spcBef>
              <a:spcAft>
                <a:spcPts val="0"/>
              </a:spcAft>
              <a:buSzPts val="800"/>
              <a:buFont typeface="Calibri"/>
              <a:buNone/>
              <a:defRPr sz="800"/>
            </a:lvl8pPr>
            <a:lvl9pPr marL="4114800" lvl="8" indent="-228600" algn="l">
              <a:lnSpc>
                <a:spcPct val="100000"/>
              </a:lnSpc>
              <a:spcBef>
                <a:spcPts val="200"/>
              </a:spcBef>
              <a:spcAft>
                <a:spcPts val="0"/>
              </a:spcAft>
              <a:buSzPts val="800"/>
              <a:buFont typeface="Calibri"/>
              <a:buNone/>
              <a:defRPr sz="8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Diapositive de fin">
  <p:cSld name="Diapositive de fin">
    <p:spTree>
      <p:nvGrpSpPr>
        <p:cNvPr id="40" name="Shape 40"/>
        <p:cNvGrpSpPr/>
        <p:nvPr/>
      </p:nvGrpSpPr>
      <p:grpSpPr>
        <a:xfrm>
          <a:off x="0" y="0"/>
          <a:ext cx="0" cy="0"/>
          <a:chOff x="0" y="0"/>
          <a:chExt cx="0" cy="0"/>
        </a:xfrm>
      </p:grpSpPr>
      <p:sp>
        <p:nvSpPr>
          <p:cNvPr id="41" name="Google Shape;41;p8"/>
          <p:cNvSpPr/>
          <p:nvPr/>
        </p:nvSpPr>
        <p:spPr>
          <a:xfrm>
            <a:off x="0" y="3746631"/>
            <a:ext cx="9144000" cy="1437000"/>
          </a:xfrm>
          <a:prstGeom prst="rect">
            <a:avLst/>
          </a:prstGeom>
          <a:solidFill>
            <a:srgbClr val="980000"/>
          </a:solidFill>
          <a:ln>
            <a:noFill/>
          </a:ln>
        </p:spPr>
        <p:txBody>
          <a:bodyPr spcFirstLastPara="1" wrap="square" lIns="79125" tIns="39550" rIns="79125" bIns="39550" anchor="ctr" anchorCtr="0">
            <a:noAutofit/>
          </a:bodyPr>
          <a:lstStyle/>
          <a:p>
            <a:pPr marL="0" marR="0" lvl="0" indent="0" algn="l" rtl="0">
              <a:lnSpc>
                <a:spcPct val="100000"/>
              </a:lnSpc>
              <a:spcBef>
                <a:spcPts val="0"/>
              </a:spcBef>
              <a:spcAft>
                <a:spcPts val="0"/>
              </a:spcAft>
              <a:buClr>
                <a:srgbClr val="000000"/>
              </a:buClr>
              <a:buSzPts val="1000"/>
              <a:buFont typeface="Arial" panose="020B0704020202020204"/>
              <a:buNone/>
            </a:pPr>
            <a:endParaRPr sz="1000" b="0" i="0" u="none" strike="noStrike" cap="none">
              <a:solidFill>
                <a:schemeClr val="dk1"/>
              </a:solidFill>
              <a:latin typeface="Arial" panose="020B0704020202020204"/>
              <a:ea typeface="Arial" panose="020B0704020202020204"/>
              <a:cs typeface="Arial" panose="020B0704020202020204"/>
              <a:sym typeface="Arial" panose="020B0704020202020204"/>
            </a:endParaRPr>
          </a:p>
        </p:txBody>
      </p:sp>
      <p:cxnSp>
        <p:nvCxnSpPr>
          <p:cNvPr id="42" name="Google Shape;42;p8"/>
          <p:cNvCxnSpPr/>
          <p:nvPr/>
        </p:nvCxnSpPr>
        <p:spPr>
          <a:xfrm>
            <a:off x="5451231" y="4138613"/>
            <a:ext cx="0" cy="567900"/>
          </a:xfrm>
          <a:prstGeom prst="straightConnector1">
            <a:avLst/>
          </a:prstGeom>
          <a:noFill/>
          <a:ln w="12700" cap="flat" cmpd="sng">
            <a:solidFill>
              <a:srgbClr val="C0C0C0"/>
            </a:solidFill>
            <a:prstDash val="solid"/>
            <a:round/>
            <a:headEnd type="none" w="sm" len="sm"/>
            <a:tailEnd type="none" w="sm" len="sm"/>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Vide">
  <p:cSld name="Vide">
    <p:spTree>
      <p:nvGrpSpPr>
        <p:cNvPr id="43" name="Shape 43"/>
        <p:cNvGrpSpPr/>
        <p:nvPr/>
      </p:nvGrpSpPr>
      <p:grpSpPr>
        <a:xfrm>
          <a:off x="0" y="0"/>
          <a:ext cx="0" cy="0"/>
          <a:chOff x="0" y="0"/>
          <a:chExt cx="0" cy="0"/>
        </a:xfrm>
      </p:grpSpPr>
      <p:cxnSp>
        <p:nvCxnSpPr>
          <p:cNvPr id="44" name="Google Shape;44;p9"/>
          <p:cNvCxnSpPr/>
          <p:nvPr/>
        </p:nvCxnSpPr>
        <p:spPr>
          <a:xfrm>
            <a:off x="8725846" y="4988346"/>
            <a:ext cx="0" cy="139800"/>
          </a:xfrm>
          <a:prstGeom prst="straightConnector1">
            <a:avLst/>
          </a:prstGeom>
          <a:noFill/>
          <a:ln w="9525" cap="flat" cmpd="sng">
            <a:solidFill>
              <a:schemeClr val="accent4"/>
            </a:solidFill>
            <a:prstDash val="solid"/>
            <a:round/>
            <a:headEnd type="none" w="sm" len="sm"/>
            <a:tailEnd type="none" w="sm" len="sm"/>
          </a:ln>
        </p:spPr>
      </p:cxnSp>
      <p:sp>
        <p:nvSpPr>
          <p:cNvPr id="45" name="Google Shape;45;p9"/>
          <p:cNvSpPr txBox="1"/>
          <p:nvPr/>
        </p:nvSpPr>
        <p:spPr>
          <a:xfrm>
            <a:off x="8759542" y="4995879"/>
            <a:ext cx="375300" cy="147600"/>
          </a:xfrm>
          <a:prstGeom prst="rect">
            <a:avLst/>
          </a:prstGeom>
          <a:noFill/>
          <a:ln>
            <a:noFill/>
          </a:ln>
        </p:spPr>
        <p:txBody>
          <a:bodyPr spcFirstLastPara="1" wrap="square" lIns="15575" tIns="39550" rIns="15575" bIns="39550" anchor="ctr" anchorCtr="0">
            <a:noAutofit/>
          </a:bodyPr>
          <a:lstStyle/>
          <a:p>
            <a:pPr marL="0" marR="0" lvl="0" indent="0" algn="ctr" rtl="0">
              <a:lnSpc>
                <a:spcPct val="100000"/>
              </a:lnSpc>
              <a:spcBef>
                <a:spcPts val="0"/>
              </a:spcBef>
              <a:spcAft>
                <a:spcPts val="0"/>
              </a:spcAft>
              <a:buClr>
                <a:srgbClr val="000000"/>
              </a:buClr>
              <a:buSzPts val="800"/>
              <a:buFont typeface="Arial" panose="020B0704020202020204"/>
              <a:buNone/>
            </a:pPr>
            <a:r>
              <a:rPr lang="fr-FR" sz="800" b="0" i="0" u="none" strike="noStrike" cap="none">
                <a:solidFill>
                  <a:schemeClr val="accent3"/>
                </a:solidFill>
                <a:latin typeface="Calibri"/>
                <a:ea typeface="Calibri"/>
                <a:cs typeface="Calibri"/>
                <a:sym typeface="Calibri"/>
              </a:rPr>
              <a:t>p. </a:t>
            </a:r>
            <a:fld id="{00000000-1234-1234-1234-123412341234}" type="slidenum">
              <a:rPr lang="fr-FR" sz="800" b="0" i="0" u="none" strike="noStrike" cap="none">
                <a:solidFill>
                  <a:schemeClr val="accent3"/>
                </a:solidFill>
                <a:latin typeface="Calibri"/>
                <a:ea typeface="Calibri"/>
                <a:cs typeface="Calibri"/>
                <a:sym typeface="Calibri"/>
              </a:rPr>
            </a:fld>
            <a:endParaRPr sz="800" b="0" i="0" u="none" strike="noStrike" cap="none">
              <a:solidFill>
                <a:schemeClr val="accent3"/>
              </a:solidFill>
              <a:latin typeface="Calibri"/>
              <a:ea typeface="Calibri"/>
              <a:cs typeface="Calibri"/>
              <a:sym typeface="Calibri"/>
            </a:endParaRPr>
          </a:p>
        </p:txBody>
      </p:sp>
      <p:pic>
        <p:nvPicPr>
          <p:cNvPr id="46" name="Google Shape;46;p9"/>
          <p:cNvPicPr preferRelativeResize="0"/>
          <p:nvPr/>
        </p:nvPicPr>
        <p:blipFill rotWithShape="1">
          <a:blip r:embed="rId2"/>
          <a:srcRect l="22717" t="31914" r="21785" b="23102"/>
          <a:stretch>
            <a:fillRect/>
          </a:stretch>
        </p:blipFill>
        <p:spPr>
          <a:xfrm>
            <a:off x="8137899" y="4971197"/>
            <a:ext cx="505943" cy="173903"/>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matchingName="Titre vertical et texte">
  <p:cSld name="VERTICAL_TITLE_AND_VERTICAL_TEXT">
    <p:spTree>
      <p:nvGrpSpPr>
        <p:cNvPr id="47" name="Shape 47"/>
        <p:cNvGrpSpPr/>
        <p:nvPr/>
      </p:nvGrpSpPr>
      <p:grpSpPr>
        <a:xfrm>
          <a:off x="0" y="0"/>
          <a:ext cx="0" cy="0"/>
          <a:chOff x="0" y="0"/>
          <a:chExt cx="0" cy="0"/>
        </a:xfrm>
      </p:grpSpPr>
      <p:sp>
        <p:nvSpPr>
          <p:cNvPr id="48" name="Google Shape;48;p10"/>
          <p:cNvSpPr txBox="1"/>
          <p:nvPr>
            <p:ph type="title"/>
          </p:nvPr>
        </p:nvSpPr>
        <p:spPr>
          <a:xfrm rot="5400000">
            <a:off x="6289626" y="2346066"/>
            <a:ext cx="4035000" cy="735900"/>
          </a:xfrm>
          <a:prstGeom prst="rect">
            <a:avLst/>
          </a:prstGeom>
          <a:noFill/>
          <a:ln>
            <a:noFill/>
          </a:ln>
        </p:spPr>
        <p:txBody>
          <a:bodyPr spcFirstLastPara="1" wrap="square" lIns="0" tIns="38475" rIns="15575" bIns="15575" anchor="b" anchorCtr="0">
            <a:noAutofit/>
          </a:bodyPr>
          <a:lstStyle>
            <a:lvl1pPr lvl="0" algn="l">
              <a:lnSpc>
                <a:spcPct val="90000"/>
              </a:lnSpc>
              <a:spcBef>
                <a:spcPts val="0"/>
              </a:spcBef>
              <a:spcAft>
                <a:spcPts val="0"/>
              </a:spcAft>
              <a:buSzPts val="1200"/>
              <a:buNone/>
              <a:defRPr/>
            </a:lvl1pPr>
            <a:lvl2pPr lvl="1" algn="l">
              <a:lnSpc>
                <a:spcPct val="105000"/>
              </a:lnSpc>
              <a:spcBef>
                <a:spcPts val="0"/>
              </a:spcBef>
              <a:spcAft>
                <a:spcPts val="0"/>
              </a:spcAft>
              <a:buSzPts val="1200"/>
              <a:buNone/>
              <a:defRPr/>
            </a:lvl2pPr>
            <a:lvl3pPr lvl="2" algn="l">
              <a:lnSpc>
                <a:spcPct val="105000"/>
              </a:lnSpc>
              <a:spcBef>
                <a:spcPts val="0"/>
              </a:spcBef>
              <a:spcAft>
                <a:spcPts val="0"/>
              </a:spcAft>
              <a:buSzPts val="1200"/>
              <a:buNone/>
              <a:defRPr/>
            </a:lvl3pPr>
            <a:lvl4pPr lvl="3" algn="l">
              <a:lnSpc>
                <a:spcPct val="105000"/>
              </a:lnSpc>
              <a:spcBef>
                <a:spcPts val="0"/>
              </a:spcBef>
              <a:spcAft>
                <a:spcPts val="0"/>
              </a:spcAft>
              <a:buSzPts val="1200"/>
              <a:buNone/>
              <a:defRPr/>
            </a:lvl4pPr>
            <a:lvl5pPr lvl="4" algn="l">
              <a:lnSpc>
                <a:spcPct val="105000"/>
              </a:lnSpc>
              <a:spcBef>
                <a:spcPts val="0"/>
              </a:spcBef>
              <a:spcAft>
                <a:spcPts val="0"/>
              </a:spcAft>
              <a:buSzPts val="1200"/>
              <a:buNone/>
              <a:defRPr/>
            </a:lvl5pPr>
            <a:lvl6pPr lvl="5" algn="l">
              <a:lnSpc>
                <a:spcPct val="105000"/>
              </a:lnSpc>
              <a:spcBef>
                <a:spcPts val="0"/>
              </a:spcBef>
              <a:spcAft>
                <a:spcPts val="0"/>
              </a:spcAft>
              <a:buSzPts val="1200"/>
              <a:buNone/>
              <a:defRPr/>
            </a:lvl6pPr>
            <a:lvl7pPr lvl="6" algn="l">
              <a:lnSpc>
                <a:spcPct val="105000"/>
              </a:lnSpc>
              <a:spcBef>
                <a:spcPts val="0"/>
              </a:spcBef>
              <a:spcAft>
                <a:spcPts val="0"/>
              </a:spcAft>
              <a:buSzPts val="1200"/>
              <a:buNone/>
              <a:defRPr/>
            </a:lvl7pPr>
            <a:lvl8pPr lvl="7" algn="l">
              <a:lnSpc>
                <a:spcPct val="105000"/>
              </a:lnSpc>
              <a:spcBef>
                <a:spcPts val="0"/>
              </a:spcBef>
              <a:spcAft>
                <a:spcPts val="0"/>
              </a:spcAft>
              <a:buSzPts val="1200"/>
              <a:buNone/>
              <a:defRPr/>
            </a:lvl8pPr>
            <a:lvl9pPr lvl="8" algn="l">
              <a:lnSpc>
                <a:spcPct val="105000"/>
              </a:lnSpc>
              <a:spcBef>
                <a:spcPts val="0"/>
              </a:spcBef>
              <a:spcAft>
                <a:spcPts val="0"/>
              </a:spcAft>
              <a:buSzPts val="1200"/>
              <a:buNone/>
              <a:defRPr/>
            </a:lvl9pPr>
          </a:lstStyle>
          <a:p/>
        </p:txBody>
      </p:sp>
      <p:sp>
        <p:nvSpPr>
          <p:cNvPr id="49" name="Google Shape;49;p10"/>
          <p:cNvSpPr txBox="1"/>
          <p:nvPr>
            <p:ph type="body" idx="1"/>
          </p:nvPr>
        </p:nvSpPr>
        <p:spPr>
          <a:xfrm rot="5400000">
            <a:off x="1958989" y="-844884"/>
            <a:ext cx="4035000" cy="7117800"/>
          </a:xfrm>
          <a:prstGeom prst="rect">
            <a:avLst/>
          </a:prstGeom>
          <a:noFill/>
          <a:ln>
            <a:noFill/>
          </a:ln>
        </p:spPr>
        <p:txBody>
          <a:bodyPr spcFirstLastPara="1" wrap="square" lIns="62300" tIns="38475" rIns="31150" bIns="38475" anchor="t" anchorCtr="0">
            <a:noAutofit/>
          </a:bodyPr>
          <a:lstStyle>
            <a:lvl1pPr marL="457200" lvl="0" indent="-330200" algn="l">
              <a:lnSpc>
                <a:spcPct val="90000"/>
              </a:lnSpc>
              <a:spcBef>
                <a:spcPts val="200"/>
              </a:spcBef>
              <a:spcAft>
                <a:spcPts val="0"/>
              </a:spcAft>
              <a:buSzPts val="1600"/>
              <a:buChar char="▪"/>
              <a:defRPr/>
            </a:lvl1pPr>
            <a:lvl2pPr marL="914400" lvl="1" indent="-330200" algn="l">
              <a:lnSpc>
                <a:spcPct val="90000"/>
              </a:lnSpc>
              <a:spcBef>
                <a:spcPts val="200"/>
              </a:spcBef>
              <a:spcAft>
                <a:spcPts val="0"/>
              </a:spcAft>
              <a:buSzPts val="1600"/>
              <a:buChar char="–"/>
              <a:defRPr/>
            </a:lvl2pPr>
            <a:lvl3pPr marL="1371600" lvl="2" indent="-330200" algn="l">
              <a:lnSpc>
                <a:spcPct val="90000"/>
              </a:lnSpc>
              <a:spcBef>
                <a:spcPts val="200"/>
              </a:spcBef>
              <a:spcAft>
                <a:spcPts val="0"/>
              </a:spcAft>
              <a:buSzPts val="1600"/>
              <a:buChar char="o"/>
              <a:defRPr/>
            </a:lvl3pPr>
            <a:lvl4pPr marL="1828800" lvl="3" indent="-330200" algn="l">
              <a:lnSpc>
                <a:spcPct val="90000"/>
              </a:lnSpc>
              <a:spcBef>
                <a:spcPts val="200"/>
              </a:spcBef>
              <a:spcAft>
                <a:spcPts val="0"/>
              </a:spcAft>
              <a:buSzPts val="1600"/>
              <a:buChar char="-"/>
              <a:defRPr/>
            </a:lvl4pPr>
            <a:lvl5pPr marL="2286000" lvl="4" indent="-330200" algn="l">
              <a:lnSpc>
                <a:spcPct val="90000"/>
              </a:lnSpc>
              <a:spcBef>
                <a:spcPts val="200"/>
              </a:spcBef>
              <a:spcAft>
                <a:spcPts val="0"/>
              </a:spcAft>
              <a:buSzPts val="1600"/>
              <a:buChar char="•"/>
              <a:defRPr/>
            </a:lvl5pPr>
            <a:lvl6pPr marL="2743200" lvl="5" indent="-330200" algn="l">
              <a:lnSpc>
                <a:spcPct val="100000"/>
              </a:lnSpc>
              <a:spcBef>
                <a:spcPts val="300"/>
              </a:spcBef>
              <a:spcAft>
                <a:spcPts val="0"/>
              </a:spcAft>
              <a:buSzPts val="1600"/>
              <a:buChar char="•"/>
              <a:defRPr/>
            </a:lvl6pPr>
            <a:lvl7pPr marL="3200400" lvl="6" indent="-330200" algn="l">
              <a:lnSpc>
                <a:spcPct val="100000"/>
              </a:lnSpc>
              <a:spcBef>
                <a:spcPts val="300"/>
              </a:spcBef>
              <a:spcAft>
                <a:spcPts val="0"/>
              </a:spcAft>
              <a:buSzPts val="1600"/>
              <a:buChar char="•"/>
              <a:defRPr/>
            </a:lvl7pPr>
            <a:lvl8pPr marL="3657600" lvl="7" indent="-330200" algn="l">
              <a:lnSpc>
                <a:spcPct val="100000"/>
              </a:lnSpc>
              <a:spcBef>
                <a:spcPts val="300"/>
              </a:spcBef>
              <a:spcAft>
                <a:spcPts val="0"/>
              </a:spcAft>
              <a:buSzPts val="1600"/>
              <a:buChar char="•"/>
              <a:defRPr/>
            </a:lvl8pPr>
            <a:lvl9pPr marL="4114800" lvl="8" indent="-330200" algn="l">
              <a:lnSpc>
                <a:spcPct val="100000"/>
              </a:lnSpc>
              <a:spcBef>
                <a:spcPts val="300"/>
              </a:spcBef>
              <a:spcAft>
                <a:spcPts val="0"/>
              </a:spcAft>
              <a:buSzPts val="16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re et texte">
  <p:cSld name="Titre et texte">
    <p:spTree>
      <p:nvGrpSpPr>
        <p:cNvPr id="50" name="Shape 50"/>
        <p:cNvGrpSpPr/>
        <p:nvPr/>
      </p:nvGrpSpPr>
      <p:grpSpPr>
        <a:xfrm>
          <a:off x="0" y="0"/>
          <a:ext cx="0" cy="0"/>
          <a:chOff x="0" y="0"/>
          <a:chExt cx="0" cy="0"/>
        </a:xfrm>
      </p:grpSpPr>
      <p:sp>
        <p:nvSpPr>
          <p:cNvPr id="51" name="Google Shape;51;p11"/>
          <p:cNvSpPr txBox="1"/>
          <p:nvPr>
            <p:ph type="title"/>
          </p:nvPr>
        </p:nvSpPr>
        <p:spPr>
          <a:xfrm>
            <a:off x="324000" y="-1"/>
            <a:ext cx="8496900" cy="499500"/>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chemeClr val="accent1"/>
              </a:buClr>
              <a:buSzPts val="2900"/>
              <a:buFont typeface="Calibri"/>
              <a:buNone/>
              <a:defRPr sz="2900">
                <a:latin typeface="Calibri"/>
                <a:ea typeface="Calibri"/>
                <a:cs typeface="Calibri"/>
                <a:sym typeface="Calibri"/>
              </a:defRPr>
            </a:lvl1pPr>
            <a:lvl2pPr lvl="1" algn="l">
              <a:lnSpc>
                <a:spcPct val="105000"/>
              </a:lnSpc>
              <a:spcBef>
                <a:spcPts val="0"/>
              </a:spcBef>
              <a:spcAft>
                <a:spcPts val="0"/>
              </a:spcAft>
              <a:buSzPts val="2400"/>
              <a:buNone/>
              <a:defRPr/>
            </a:lvl2pPr>
            <a:lvl3pPr lvl="2" algn="l">
              <a:lnSpc>
                <a:spcPct val="105000"/>
              </a:lnSpc>
              <a:spcBef>
                <a:spcPts val="0"/>
              </a:spcBef>
              <a:spcAft>
                <a:spcPts val="0"/>
              </a:spcAft>
              <a:buSzPts val="2400"/>
              <a:buNone/>
              <a:defRPr/>
            </a:lvl3pPr>
            <a:lvl4pPr lvl="3" algn="l">
              <a:lnSpc>
                <a:spcPct val="105000"/>
              </a:lnSpc>
              <a:spcBef>
                <a:spcPts val="0"/>
              </a:spcBef>
              <a:spcAft>
                <a:spcPts val="0"/>
              </a:spcAft>
              <a:buSzPts val="2400"/>
              <a:buNone/>
              <a:defRPr/>
            </a:lvl4pPr>
            <a:lvl5pPr lvl="4" algn="l">
              <a:lnSpc>
                <a:spcPct val="105000"/>
              </a:lnSpc>
              <a:spcBef>
                <a:spcPts val="0"/>
              </a:spcBef>
              <a:spcAft>
                <a:spcPts val="0"/>
              </a:spcAft>
              <a:buSzPts val="2400"/>
              <a:buNone/>
              <a:defRPr/>
            </a:lvl5pPr>
            <a:lvl6pPr lvl="5" algn="l">
              <a:lnSpc>
                <a:spcPct val="105000"/>
              </a:lnSpc>
              <a:spcBef>
                <a:spcPts val="0"/>
              </a:spcBef>
              <a:spcAft>
                <a:spcPts val="0"/>
              </a:spcAft>
              <a:buSzPts val="2400"/>
              <a:buNone/>
              <a:defRPr/>
            </a:lvl6pPr>
            <a:lvl7pPr lvl="6" algn="l">
              <a:lnSpc>
                <a:spcPct val="105000"/>
              </a:lnSpc>
              <a:spcBef>
                <a:spcPts val="0"/>
              </a:spcBef>
              <a:spcAft>
                <a:spcPts val="0"/>
              </a:spcAft>
              <a:buSzPts val="2400"/>
              <a:buNone/>
              <a:defRPr/>
            </a:lvl7pPr>
            <a:lvl8pPr lvl="7" algn="l">
              <a:lnSpc>
                <a:spcPct val="105000"/>
              </a:lnSpc>
              <a:spcBef>
                <a:spcPts val="0"/>
              </a:spcBef>
              <a:spcAft>
                <a:spcPts val="0"/>
              </a:spcAft>
              <a:buSzPts val="2400"/>
              <a:buNone/>
              <a:defRPr/>
            </a:lvl8pPr>
            <a:lvl9pPr lvl="8" algn="l">
              <a:lnSpc>
                <a:spcPct val="105000"/>
              </a:lnSpc>
              <a:spcBef>
                <a:spcPts val="0"/>
              </a:spcBef>
              <a:spcAft>
                <a:spcPts val="0"/>
              </a:spcAft>
              <a:buSzPts val="2400"/>
              <a:buNone/>
              <a:defRPr/>
            </a:lvl9pPr>
          </a:lstStyle>
          <a:p/>
        </p:txBody>
      </p:sp>
      <p:sp>
        <p:nvSpPr>
          <p:cNvPr id="52" name="Google Shape;52;p11"/>
          <p:cNvSpPr txBox="1"/>
          <p:nvPr>
            <p:ph type="sldNum" idx="12"/>
          </p:nvPr>
        </p:nvSpPr>
        <p:spPr>
          <a:xfrm>
            <a:off x="8555760" y="4905453"/>
            <a:ext cx="270000" cy="135000"/>
          </a:xfrm>
          <a:prstGeom prst="rect">
            <a:avLst/>
          </a:prstGeom>
          <a:noFill/>
          <a:ln>
            <a:noFill/>
          </a:ln>
        </p:spPr>
        <p:txBody>
          <a:bodyPr spcFirstLastPara="1" wrap="square" lIns="0" tIns="0" rIns="0" bIns="0" anchor="t" anchorCtr="0">
            <a:noAutofit/>
          </a:bodyPr>
          <a:lstStyle>
            <a:lvl1pPr marL="0" marR="0" lvl="0" indent="0" algn="r" rtl="0">
              <a:lnSpc>
                <a:spcPct val="100000"/>
              </a:lnSpc>
              <a:spcBef>
                <a:spcPts val="0"/>
              </a:spcBef>
              <a:spcAft>
                <a:spcPts val="0"/>
              </a:spcAft>
              <a:buClr>
                <a:srgbClr val="000000"/>
              </a:buClr>
              <a:buSzPts val="1100"/>
              <a:buFont typeface="Arial" panose="020B0704020202020204"/>
              <a:buNone/>
              <a:defRPr sz="11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L="0" marR="0" lvl="1" indent="0" algn="r" rtl="0">
              <a:lnSpc>
                <a:spcPct val="100000"/>
              </a:lnSpc>
              <a:spcBef>
                <a:spcPts val="0"/>
              </a:spcBef>
              <a:spcAft>
                <a:spcPts val="0"/>
              </a:spcAft>
              <a:buClr>
                <a:srgbClr val="000000"/>
              </a:buClr>
              <a:buSzPts val="1100"/>
              <a:buFont typeface="Arial" panose="020B0704020202020204"/>
              <a:buNone/>
              <a:defRPr sz="11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L="0" marR="0" lvl="2" indent="0" algn="r" rtl="0">
              <a:lnSpc>
                <a:spcPct val="100000"/>
              </a:lnSpc>
              <a:spcBef>
                <a:spcPts val="0"/>
              </a:spcBef>
              <a:spcAft>
                <a:spcPts val="0"/>
              </a:spcAft>
              <a:buClr>
                <a:srgbClr val="000000"/>
              </a:buClr>
              <a:buSzPts val="1100"/>
              <a:buFont typeface="Arial" panose="020B0704020202020204"/>
              <a:buNone/>
              <a:defRPr sz="11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L="0" marR="0" lvl="3" indent="0" algn="r" rtl="0">
              <a:lnSpc>
                <a:spcPct val="100000"/>
              </a:lnSpc>
              <a:spcBef>
                <a:spcPts val="0"/>
              </a:spcBef>
              <a:spcAft>
                <a:spcPts val="0"/>
              </a:spcAft>
              <a:buClr>
                <a:srgbClr val="000000"/>
              </a:buClr>
              <a:buSzPts val="1100"/>
              <a:buFont typeface="Arial" panose="020B0704020202020204"/>
              <a:buNone/>
              <a:defRPr sz="11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L="0" marR="0" lvl="4" indent="0" algn="r" rtl="0">
              <a:lnSpc>
                <a:spcPct val="100000"/>
              </a:lnSpc>
              <a:spcBef>
                <a:spcPts val="0"/>
              </a:spcBef>
              <a:spcAft>
                <a:spcPts val="0"/>
              </a:spcAft>
              <a:buClr>
                <a:srgbClr val="000000"/>
              </a:buClr>
              <a:buSzPts val="1100"/>
              <a:buFont typeface="Arial" panose="020B0704020202020204"/>
              <a:buNone/>
              <a:defRPr sz="11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L="0" marR="0" lvl="5" indent="0" algn="r" rtl="0">
              <a:lnSpc>
                <a:spcPct val="100000"/>
              </a:lnSpc>
              <a:spcBef>
                <a:spcPts val="0"/>
              </a:spcBef>
              <a:spcAft>
                <a:spcPts val="0"/>
              </a:spcAft>
              <a:buClr>
                <a:srgbClr val="000000"/>
              </a:buClr>
              <a:buSzPts val="1100"/>
              <a:buFont typeface="Arial" panose="020B0704020202020204"/>
              <a:buNone/>
              <a:defRPr sz="11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L="0" marR="0" lvl="6" indent="0" algn="r" rtl="0">
              <a:lnSpc>
                <a:spcPct val="100000"/>
              </a:lnSpc>
              <a:spcBef>
                <a:spcPts val="0"/>
              </a:spcBef>
              <a:spcAft>
                <a:spcPts val="0"/>
              </a:spcAft>
              <a:buClr>
                <a:srgbClr val="000000"/>
              </a:buClr>
              <a:buSzPts val="1100"/>
              <a:buFont typeface="Arial" panose="020B0704020202020204"/>
              <a:buNone/>
              <a:defRPr sz="11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L="0" marR="0" lvl="7" indent="0" algn="r" rtl="0">
              <a:lnSpc>
                <a:spcPct val="100000"/>
              </a:lnSpc>
              <a:spcBef>
                <a:spcPts val="0"/>
              </a:spcBef>
              <a:spcAft>
                <a:spcPts val="0"/>
              </a:spcAft>
              <a:buClr>
                <a:srgbClr val="000000"/>
              </a:buClr>
              <a:buSzPts val="1100"/>
              <a:buFont typeface="Arial" panose="020B0704020202020204"/>
              <a:buNone/>
              <a:defRPr sz="11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L="0" marR="0" lvl="8" indent="0" algn="r" rtl="0">
              <a:lnSpc>
                <a:spcPct val="100000"/>
              </a:lnSpc>
              <a:spcBef>
                <a:spcPts val="0"/>
              </a:spcBef>
              <a:spcAft>
                <a:spcPts val="0"/>
              </a:spcAft>
              <a:buClr>
                <a:srgbClr val="000000"/>
              </a:buClr>
              <a:buSzPts val="1100"/>
              <a:buFont typeface="Arial" panose="020B0704020202020204"/>
              <a:buNone/>
              <a:defRPr sz="11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marL="0" lvl="0" indent="0" algn="r" rtl="0">
              <a:spcBef>
                <a:spcPts val="0"/>
              </a:spcBef>
              <a:spcAft>
                <a:spcPts val="0"/>
              </a:spcAft>
              <a:buNone/>
            </a:pPr>
            <a:fld id="{00000000-1234-1234-1234-123412341234}" type="slidenum">
              <a:rPr lang="fr-FR"/>
            </a:fld>
            <a:endParaRPr lang="fr-FR"/>
          </a:p>
        </p:txBody>
      </p:sp>
      <p:sp>
        <p:nvSpPr>
          <p:cNvPr id="53" name="Google Shape;53;p11"/>
          <p:cNvSpPr txBox="1"/>
          <p:nvPr>
            <p:ph type="body" idx="1"/>
          </p:nvPr>
        </p:nvSpPr>
        <p:spPr>
          <a:xfrm>
            <a:off x="324000" y="923400"/>
            <a:ext cx="8496900" cy="3510000"/>
          </a:xfrm>
          <a:prstGeom prst="rect">
            <a:avLst/>
          </a:prstGeom>
          <a:noFill/>
          <a:ln>
            <a:noFill/>
          </a:ln>
        </p:spPr>
        <p:txBody>
          <a:bodyPr spcFirstLastPara="1" wrap="square" lIns="0" tIns="0" rIns="0" bIns="0" anchor="t" anchorCtr="0">
            <a:noAutofit/>
          </a:bodyPr>
          <a:lstStyle>
            <a:lvl1pPr marL="457200" lvl="0" indent="-317500" algn="l">
              <a:lnSpc>
                <a:spcPct val="100000"/>
              </a:lnSpc>
              <a:spcBef>
                <a:spcPts val="0"/>
              </a:spcBef>
              <a:spcAft>
                <a:spcPts val="0"/>
              </a:spcAft>
              <a:buClr>
                <a:schemeClr val="dk1"/>
              </a:buClr>
              <a:buSzPts val="1400"/>
              <a:buChar char="▪"/>
              <a:defRPr/>
            </a:lvl1pPr>
            <a:lvl2pPr marL="914400" lvl="1" indent="-317500" algn="l">
              <a:lnSpc>
                <a:spcPct val="100000"/>
              </a:lnSpc>
              <a:spcBef>
                <a:spcPts val="0"/>
              </a:spcBef>
              <a:spcAft>
                <a:spcPts val="0"/>
              </a:spcAft>
              <a:buClr>
                <a:schemeClr val="dk1"/>
              </a:buClr>
              <a:buSzPts val="1400"/>
              <a:buChar char="–"/>
              <a:defRPr/>
            </a:lvl2pPr>
            <a:lvl3pPr marL="1371600" lvl="2" indent="-317500" algn="l">
              <a:lnSpc>
                <a:spcPct val="100000"/>
              </a:lnSpc>
              <a:spcBef>
                <a:spcPts val="0"/>
              </a:spcBef>
              <a:spcAft>
                <a:spcPts val="0"/>
              </a:spcAft>
              <a:buClr>
                <a:schemeClr val="dk1"/>
              </a:buClr>
              <a:buSzPts val="1400"/>
              <a:buChar char="o"/>
              <a:defRPr/>
            </a:lvl3pPr>
            <a:lvl4pPr marL="1828800" lvl="3" indent="-317500" algn="l">
              <a:lnSpc>
                <a:spcPct val="100000"/>
              </a:lnSpc>
              <a:spcBef>
                <a:spcPts val="0"/>
              </a:spcBef>
              <a:spcAft>
                <a:spcPts val="0"/>
              </a:spcAft>
              <a:buClr>
                <a:schemeClr val="dk1"/>
              </a:buClr>
              <a:buSzPts val="1400"/>
              <a:buChar char="-"/>
              <a:defRPr/>
            </a:lvl4pPr>
            <a:lvl5pPr marL="2286000" lvl="4" indent="-317500" algn="l">
              <a:lnSpc>
                <a:spcPct val="100000"/>
              </a:lnSpc>
              <a:spcBef>
                <a:spcPts val="0"/>
              </a:spcBef>
              <a:spcAft>
                <a:spcPts val="0"/>
              </a:spcAft>
              <a:buClr>
                <a:schemeClr val="dk1"/>
              </a:buClr>
              <a:buSzPts val="1400"/>
              <a:buChar char="•"/>
              <a:defRPr/>
            </a:lvl5pPr>
            <a:lvl6pPr marL="2743200" lvl="5" indent="-317500" algn="l">
              <a:lnSpc>
                <a:spcPct val="100000"/>
              </a:lnSpc>
              <a:spcBef>
                <a:spcPts val="300"/>
              </a:spcBef>
              <a:spcAft>
                <a:spcPts val="0"/>
              </a:spcAft>
              <a:buClr>
                <a:schemeClr val="dk1"/>
              </a:buClr>
              <a:buSzPts val="1400"/>
              <a:buChar char="•"/>
              <a:defRPr/>
            </a:lvl6pPr>
            <a:lvl7pPr marL="3200400" lvl="6" indent="-317500" algn="l">
              <a:lnSpc>
                <a:spcPct val="100000"/>
              </a:lnSpc>
              <a:spcBef>
                <a:spcPts val="300"/>
              </a:spcBef>
              <a:spcAft>
                <a:spcPts val="0"/>
              </a:spcAft>
              <a:buClr>
                <a:schemeClr val="dk1"/>
              </a:buClr>
              <a:buSzPts val="1400"/>
              <a:buChar char="•"/>
              <a:defRPr/>
            </a:lvl7pPr>
            <a:lvl8pPr marL="3657600" lvl="7" indent="-317500" algn="l">
              <a:lnSpc>
                <a:spcPct val="100000"/>
              </a:lnSpc>
              <a:spcBef>
                <a:spcPts val="300"/>
              </a:spcBef>
              <a:spcAft>
                <a:spcPts val="0"/>
              </a:spcAft>
              <a:buClr>
                <a:schemeClr val="dk1"/>
              </a:buClr>
              <a:buSzPts val="1400"/>
              <a:buChar char="•"/>
              <a:defRPr/>
            </a:lvl8pPr>
            <a:lvl9pPr marL="4114800" lvl="8" indent="-317500" algn="l">
              <a:lnSpc>
                <a:spcPct val="100000"/>
              </a:lnSpc>
              <a:spcBef>
                <a:spcPts val="300"/>
              </a:spcBef>
              <a:spcAft>
                <a:spcPts val="0"/>
              </a:spcAft>
              <a:buClr>
                <a:schemeClr val="dk1"/>
              </a:buClr>
              <a:buSzPts val="14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9" name="Shape 9"/>
        <p:cNvGrpSpPr/>
        <p:nvPr/>
      </p:nvGrpSpPr>
      <p:grpSpPr>
        <a:xfrm>
          <a:off x="0" y="0"/>
          <a:ext cx="0" cy="0"/>
          <a:chOff x="0" y="0"/>
          <a:chExt cx="0" cy="0"/>
        </a:xfrm>
      </p:grpSpPr>
      <p:sp>
        <p:nvSpPr>
          <p:cNvPr id="10" name="Google Shape;10;p1"/>
          <p:cNvSpPr txBox="1"/>
          <p:nvPr/>
        </p:nvSpPr>
        <p:spPr>
          <a:xfrm>
            <a:off x="2988468" y="4888298"/>
            <a:ext cx="3167100" cy="187500"/>
          </a:xfrm>
          <a:prstGeom prst="rect">
            <a:avLst/>
          </a:prstGeom>
          <a:noFill/>
          <a:ln>
            <a:noFill/>
          </a:ln>
        </p:spPr>
        <p:txBody>
          <a:bodyPr spcFirstLastPara="1" wrap="square" lIns="31150" tIns="31150" rIns="31150" bIns="31150" anchor="ctr" anchorCtr="0">
            <a:spAutoFit/>
          </a:bodyPr>
          <a:lstStyle/>
          <a:p>
            <a:pPr marL="0" marR="0" lvl="0" indent="0" algn="ctr" rtl="0">
              <a:lnSpc>
                <a:spcPct val="90000"/>
              </a:lnSpc>
              <a:spcBef>
                <a:spcPts val="0"/>
              </a:spcBef>
              <a:spcAft>
                <a:spcPts val="0"/>
              </a:spcAft>
              <a:buClr>
                <a:srgbClr val="000000"/>
              </a:buClr>
              <a:buSzPts val="900"/>
              <a:buFont typeface="Arial" panose="020B0704020202020204"/>
              <a:buNone/>
            </a:pPr>
            <a:r>
              <a:rPr lang="fr-FR" sz="900" b="0" i="0" u="none" strike="noStrike" cap="none">
                <a:solidFill>
                  <a:schemeClr val="accent3"/>
                </a:solidFill>
                <a:latin typeface="Calibri"/>
                <a:ea typeface="Calibri"/>
                <a:cs typeface="Calibri"/>
                <a:sym typeface="Calibri"/>
              </a:rPr>
              <a:t>Analysis of insurance customer reviews | NLP ESILV</a:t>
            </a:r>
            <a:endParaRPr sz="900" b="0" i="0" u="none" strike="noStrike" cap="none">
              <a:solidFill>
                <a:schemeClr val="accent3"/>
              </a:solidFill>
              <a:latin typeface="Calibri"/>
              <a:ea typeface="Calibri"/>
              <a:cs typeface="Calibri"/>
              <a:sym typeface="Calibri"/>
            </a:endParaRPr>
          </a:p>
        </p:txBody>
      </p:sp>
      <p:sp>
        <p:nvSpPr>
          <p:cNvPr id="11" name="Google Shape;11;p1"/>
          <p:cNvSpPr txBox="1"/>
          <p:nvPr>
            <p:ph type="title"/>
          </p:nvPr>
        </p:nvSpPr>
        <p:spPr>
          <a:xfrm>
            <a:off x="417635" y="166688"/>
            <a:ext cx="8308200" cy="515400"/>
          </a:xfrm>
          <a:prstGeom prst="rect">
            <a:avLst/>
          </a:prstGeom>
          <a:noFill/>
          <a:ln>
            <a:noFill/>
          </a:ln>
        </p:spPr>
        <p:txBody>
          <a:bodyPr spcFirstLastPara="1" wrap="square" lIns="0" tIns="38475" rIns="15575" bIns="15575" anchor="b" anchorCtr="0">
            <a:noAutofit/>
          </a:bodyPr>
          <a:lstStyle>
            <a:lvl1pPr marR="0" lvl="0" algn="l" rtl="0">
              <a:lnSpc>
                <a:spcPct val="90000"/>
              </a:lnSpc>
              <a:spcBef>
                <a:spcPts val="0"/>
              </a:spcBef>
              <a:spcAft>
                <a:spcPts val="0"/>
              </a:spcAft>
              <a:buClr>
                <a:srgbClr val="000000"/>
              </a:buClr>
              <a:buSzPts val="2400"/>
              <a:buFont typeface="Calibri"/>
              <a:buNone/>
              <a:defRPr sz="2400" b="1" i="0" u="none" strike="noStrike" cap="none">
                <a:solidFill>
                  <a:schemeClr val="dk1"/>
                </a:solidFill>
                <a:latin typeface="Calibri"/>
                <a:ea typeface="Calibri"/>
                <a:cs typeface="Calibri"/>
                <a:sym typeface="Calibri"/>
              </a:defRPr>
            </a:lvl1pPr>
            <a:lvl2pPr marR="0" lvl="1" algn="l" rtl="0">
              <a:lnSpc>
                <a:spcPct val="105000"/>
              </a:lnSpc>
              <a:spcBef>
                <a:spcPts val="0"/>
              </a:spcBef>
              <a:spcAft>
                <a:spcPts val="0"/>
              </a:spcAft>
              <a:buClr>
                <a:srgbClr val="000000"/>
              </a:buClr>
              <a:buSzPts val="2400"/>
              <a:buFont typeface="Calibri"/>
              <a:buNone/>
              <a:defRPr sz="2400" b="1" i="0" u="none" strike="noStrike" cap="none">
                <a:solidFill>
                  <a:srgbClr val="003366"/>
                </a:solidFill>
                <a:latin typeface="Calibri"/>
                <a:ea typeface="Calibri"/>
                <a:cs typeface="Calibri"/>
                <a:sym typeface="Calibri"/>
              </a:defRPr>
            </a:lvl2pPr>
            <a:lvl3pPr marR="0" lvl="2" algn="l" rtl="0">
              <a:lnSpc>
                <a:spcPct val="105000"/>
              </a:lnSpc>
              <a:spcBef>
                <a:spcPts val="0"/>
              </a:spcBef>
              <a:spcAft>
                <a:spcPts val="0"/>
              </a:spcAft>
              <a:buClr>
                <a:srgbClr val="000000"/>
              </a:buClr>
              <a:buSzPts val="2400"/>
              <a:buFont typeface="Calibri"/>
              <a:buNone/>
              <a:defRPr sz="2400" b="1" i="0" u="none" strike="noStrike" cap="none">
                <a:solidFill>
                  <a:srgbClr val="003366"/>
                </a:solidFill>
                <a:latin typeface="Calibri"/>
                <a:ea typeface="Calibri"/>
                <a:cs typeface="Calibri"/>
                <a:sym typeface="Calibri"/>
              </a:defRPr>
            </a:lvl3pPr>
            <a:lvl4pPr marR="0" lvl="3" algn="l" rtl="0">
              <a:lnSpc>
                <a:spcPct val="105000"/>
              </a:lnSpc>
              <a:spcBef>
                <a:spcPts val="0"/>
              </a:spcBef>
              <a:spcAft>
                <a:spcPts val="0"/>
              </a:spcAft>
              <a:buClr>
                <a:srgbClr val="000000"/>
              </a:buClr>
              <a:buSzPts val="2400"/>
              <a:buFont typeface="Calibri"/>
              <a:buNone/>
              <a:defRPr sz="2400" b="1" i="0" u="none" strike="noStrike" cap="none">
                <a:solidFill>
                  <a:srgbClr val="003366"/>
                </a:solidFill>
                <a:latin typeface="Calibri"/>
                <a:ea typeface="Calibri"/>
                <a:cs typeface="Calibri"/>
                <a:sym typeface="Calibri"/>
              </a:defRPr>
            </a:lvl4pPr>
            <a:lvl5pPr marR="0" lvl="4" algn="l" rtl="0">
              <a:lnSpc>
                <a:spcPct val="105000"/>
              </a:lnSpc>
              <a:spcBef>
                <a:spcPts val="0"/>
              </a:spcBef>
              <a:spcAft>
                <a:spcPts val="0"/>
              </a:spcAft>
              <a:buClr>
                <a:srgbClr val="000000"/>
              </a:buClr>
              <a:buSzPts val="2400"/>
              <a:buFont typeface="Calibri"/>
              <a:buNone/>
              <a:defRPr sz="2400" b="1" i="0" u="none" strike="noStrike" cap="none">
                <a:solidFill>
                  <a:srgbClr val="003366"/>
                </a:solidFill>
                <a:latin typeface="Calibri"/>
                <a:ea typeface="Calibri"/>
                <a:cs typeface="Calibri"/>
                <a:sym typeface="Calibri"/>
              </a:defRPr>
            </a:lvl5pPr>
            <a:lvl6pPr marR="0" lvl="5" algn="l" rtl="0">
              <a:lnSpc>
                <a:spcPct val="105000"/>
              </a:lnSpc>
              <a:spcBef>
                <a:spcPts val="0"/>
              </a:spcBef>
              <a:spcAft>
                <a:spcPts val="0"/>
              </a:spcAft>
              <a:buClr>
                <a:srgbClr val="000000"/>
              </a:buClr>
              <a:buSzPts val="2400"/>
              <a:buFont typeface="Calibri"/>
              <a:buNone/>
              <a:defRPr sz="2400" b="1" i="0" u="none" strike="noStrike" cap="none">
                <a:solidFill>
                  <a:srgbClr val="003366"/>
                </a:solidFill>
                <a:latin typeface="Calibri"/>
                <a:ea typeface="Calibri"/>
                <a:cs typeface="Calibri"/>
                <a:sym typeface="Calibri"/>
              </a:defRPr>
            </a:lvl6pPr>
            <a:lvl7pPr marR="0" lvl="6" algn="l" rtl="0">
              <a:lnSpc>
                <a:spcPct val="105000"/>
              </a:lnSpc>
              <a:spcBef>
                <a:spcPts val="0"/>
              </a:spcBef>
              <a:spcAft>
                <a:spcPts val="0"/>
              </a:spcAft>
              <a:buClr>
                <a:srgbClr val="000000"/>
              </a:buClr>
              <a:buSzPts val="2400"/>
              <a:buFont typeface="Calibri"/>
              <a:buNone/>
              <a:defRPr sz="2400" b="1" i="0" u="none" strike="noStrike" cap="none">
                <a:solidFill>
                  <a:srgbClr val="003366"/>
                </a:solidFill>
                <a:latin typeface="Calibri"/>
                <a:ea typeface="Calibri"/>
                <a:cs typeface="Calibri"/>
                <a:sym typeface="Calibri"/>
              </a:defRPr>
            </a:lvl7pPr>
            <a:lvl8pPr marR="0" lvl="7" algn="l" rtl="0">
              <a:lnSpc>
                <a:spcPct val="105000"/>
              </a:lnSpc>
              <a:spcBef>
                <a:spcPts val="0"/>
              </a:spcBef>
              <a:spcAft>
                <a:spcPts val="0"/>
              </a:spcAft>
              <a:buClr>
                <a:srgbClr val="000000"/>
              </a:buClr>
              <a:buSzPts val="2400"/>
              <a:buFont typeface="Calibri"/>
              <a:buNone/>
              <a:defRPr sz="2400" b="1" i="0" u="none" strike="noStrike" cap="none">
                <a:solidFill>
                  <a:srgbClr val="003366"/>
                </a:solidFill>
                <a:latin typeface="Calibri"/>
                <a:ea typeface="Calibri"/>
                <a:cs typeface="Calibri"/>
                <a:sym typeface="Calibri"/>
              </a:defRPr>
            </a:lvl8pPr>
            <a:lvl9pPr marR="0" lvl="8" algn="l" rtl="0">
              <a:lnSpc>
                <a:spcPct val="105000"/>
              </a:lnSpc>
              <a:spcBef>
                <a:spcPts val="0"/>
              </a:spcBef>
              <a:spcAft>
                <a:spcPts val="0"/>
              </a:spcAft>
              <a:buClr>
                <a:srgbClr val="000000"/>
              </a:buClr>
              <a:buSzPts val="2400"/>
              <a:buFont typeface="Calibri"/>
              <a:buNone/>
              <a:defRPr sz="2400" b="1" i="0" u="none" strike="noStrike" cap="none">
                <a:solidFill>
                  <a:srgbClr val="003366"/>
                </a:solidFill>
                <a:latin typeface="Calibri"/>
                <a:ea typeface="Calibri"/>
                <a:cs typeface="Calibri"/>
                <a:sym typeface="Calibri"/>
              </a:defRPr>
            </a:lvl9pPr>
          </a:lstStyle>
          <a:p/>
        </p:txBody>
      </p:sp>
      <p:sp>
        <p:nvSpPr>
          <p:cNvPr id="12" name="Google Shape;12;p1"/>
          <p:cNvSpPr txBox="1"/>
          <p:nvPr>
            <p:ph type="body" idx="1"/>
          </p:nvPr>
        </p:nvSpPr>
        <p:spPr>
          <a:xfrm>
            <a:off x="417625" y="961838"/>
            <a:ext cx="8308800" cy="3619200"/>
          </a:xfrm>
          <a:prstGeom prst="rect">
            <a:avLst/>
          </a:prstGeom>
          <a:noFill/>
          <a:ln>
            <a:noFill/>
          </a:ln>
        </p:spPr>
        <p:txBody>
          <a:bodyPr spcFirstLastPara="1" wrap="square" lIns="62300" tIns="38475" rIns="31150" bIns="38475" anchor="t" anchorCtr="0">
            <a:noAutofit/>
          </a:bodyPr>
          <a:lstStyle>
            <a:lvl1pPr marL="457200" marR="0" lvl="0" indent="-317500" algn="l" rtl="0">
              <a:lnSpc>
                <a:spcPct val="90000"/>
              </a:lnSpc>
              <a:spcBef>
                <a:spcPts val="200"/>
              </a:spcBef>
              <a:spcAft>
                <a:spcPts val="0"/>
              </a:spcAft>
              <a:buClr>
                <a:schemeClr val="dk1"/>
              </a:buClr>
              <a:buSzPts val="1400"/>
              <a:buFont typeface="Noto Sans Symbols"/>
              <a:buChar char="▪"/>
              <a:defRPr sz="1400" b="1" i="0" u="none" strike="noStrike" cap="none">
                <a:solidFill>
                  <a:schemeClr val="dk1"/>
                </a:solidFill>
                <a:latin typeface="Calibri"/>
                <a:ea typeface="Calibri"/>
                <a:cs typeface="Calibri"/>
                <a:sym typeface="Calibri"/>
              </a:defRPr>
            </a:lvl1pPr>
            <a:lvl2pPr marL="914400" marR="0" lvl="1" indent="-304800" algn="l" rtl="0">
              <a:lnSpc>
                <a:spcPct val="90000"/>
              </a:lnSpc>
              <a:spcBef>
                <a:spcPts val="200"/>
              </a:spcBef>
              <a:spcAft>
                <a:spcPts val="0"/>
              </a:spcAft>
              <a:buClr>
                <a:srgbClr val="746457"/>
              </a:buClr>
              <a:buSzPts val="1200"/>
              <a:buFont typeface="Arial" panose="020B0704020202020204"/>
              <a:buChar char="–"/>
              <a:defRPr sz="1200" b="0" i="0" u="none" strike="noStrike" cap="none">
                <a:solidFill>
                  <a:srgbClr val="746457"/>
                </a:solidFill>
                <a:latin typeface="Calibri"/>
                <a:ea typeface="Calibri"/>
                <a:cs typeface="Calibri"/>
                <a:sym typeface="Calibri"/>
              </a:defRPr>
            </a:lvl2pPr>
            <a:lvl3pPr marL="1371600" marR="0" lvl="2" indent="-292100" algn="l" rtl="0">
              <a:lnSpc>
                <a:spcPct val="90000"/>
              </a:lnSpc>
              <a:spcBef>
                <a:spcPts val="200"/>
              </a:spcBef>
              <a:spcAft>
                <a:spcPts val="0"/>
              </a:spcAft>
              <a:buClr>
                <a:srgbClr val="746457"/>
              </a:buClr>
              <a:buSzPts val="1000"/>
              <a:buFont typeface="Courier New" panose="02070609020205020404"/>
              <a:buChar char="o"/>
              <a:defRPr sz="1000" b="0" i="0" u="none" strike="noStrike" cap="none">
                <a:solidFill>
                  <a:srgbClr val="746457"/>
                </a:solidFill>
                <a:latin typeface="Calibri"/>
                <a:ea typeface="Calibri"/>
                <a:cs typeface="Calibri"/>
                <a:sym typeface="Calibri"/>
              </a:defRPr>
            </a:lvl3pPr>
            <a:lvl4pPr marL="1828800" marR="0" lvl="3" indent="-292100" algn="l" rtl="0">
              <a:lnSpc>
                <a:spcPct val="90000"/>
              </a:lnSpc>
              <a:spcBef>
                <a:spcPts val="200"/>
              </a:spcBef>
              <a:spcAft>
                <a:spcPts val="0"/>
              </a:spcAft>
              <a:buClr>
                <a:srgbClr val="746457"/>
              </a:buClr>
              <a:buSzPts val="1000"/>
              <a:buFont typeface="Arial" panose="020B0704020202020204"/>
              <a:buChar char="-"/>
              <a:defRPr sz="1000" b="0" i="0" u="none" strike="noStrike" cap="none">
                <a:solidFill>
                  <a:srgbClr val="746457"/>
                </a:solidFill>
                <a:latin typeface="Calibri"/>
                <a:ea typeface="Calibri"/>
                <a:cs typeface="Calibri"/>
                <a:sym typeface="Calibri"/>
              </a:defRPr>
            </a:lvl4pPr>
            <a:lvl5pPr marL="2286000" marR="0" lvl="4" indent="-292100" algn="l" rtl="0">
              <a:lnSpc>
                <a:spcPct val="90000"/>
              </a:lnSpc>
              <a:spcBef>
                <a:spcPts val="200"/>
              </a:spcBef>
              <a:spcAft>
                <a:spcPts val="0"/>
              </a:spcAft>
              <a:buClr>
                <a:srgbClr val="746457"/>
              </a:buClr>
              <a:buSzPts val="1000"/>
              <a:buFont typeface="Calibri"/>
              <a:buChar char="•"/>
              <a:defRPr sz="1000" b="0" i="0" u="none" strike="noStrike" cap="none">
                <a:solidFill>
                  <a:srgbClr val="746457"/>
                </a:solidFill>
                <a:latin typeface="Calibri"/>
                <a:ea typeface="Calibri"/>
                <a:cs typeface="Calibri"/>
                <a:sym typeface="Calibri"/>
              </a:defRPr>
            </a:lvl5pPr>
            <a:lvl6pPr marL="2743200" marR="0" lvl="5" indent="-273050" algn="l" rtl="0">
              <a:lnSpc>
                <a:spcPct val="100000"/>
              </a:lnSpc>
              <a:spcBef>
                <a:spcPts val="100"/>
              </a:spcBef>
              <a:spcAft>
                <a:spcPts val="0"/>
              </a:spcAft>
              <a:buClr>
                <a:srgbClr val="808080"/>
              </a:buClr>
              <a:buSzPts val="700"/>
              <a:buFont typeface="Calibri"/>
              <a:buChar char="•"/>
              <a:defRPr sz="700" b="0" i="0" u="none" strike="noStrike" cap="none">
                <a:solidFill>
                  <a:srgbClr val="808080"/>
                </a:solidFill>
                <a:latin typeface="Calibri"/>
                <a:ea typeface="Calibri"/>
                <a:cs typeface="Calibri"/>
                <a:sym typeface="Calibri"/>
              </a:defRPr>
            </a:lvl6pPr>
            <a:lvl7pPr marL="3200400" marR="0" lvl="6" indent="-273050" algn="l" rtl="0">
              <a:lnSpc>
                <a:spcPct val="100000"/>
              </a:lnSpc>
              <a:spcBef>
                <a:spcPts val="100"/>
              </a:spcBef>
              <a:spcAft>
                <a:spcPts val="0"/>
              </a:spcAft>
              <a:buClr>
                <a:srgbClr val="808080"/>
              </a:buClr>
              <a:buSzPts val="700"/>
              <a:buFont typeface="Calibri"/>
              <a:buChar char="•"/>
              <a:defRPr sz="700" b="0" i="0" u="none" strike="noStrike" cap="none">
                <a:solidFill>
                  <a:srgbClr val="808080"/>
                </a:solidFill>
                <a:latin typeface="Calibri"/>
                <a:ea typeface="Calibri"/>
                <a:cs typeface="Calibri"/>
                <a:sym typeface="Calibri"/>
              </a:defRPr>
            </a:lvl7pPr>
            <a:lvl8pPr marL="3657600" marR="0" lvl="7" indent="-273050" algn="l" rtl="0">
              <a:lnSpc>
                <a:spcPct val="100000"/>
              </a:lnSpc>
              <a:spcBef>
                <a:spcPts val="100"/>
              </a:spcBef>
              <a:spcAft>
                <a:spcPts val="0"/>
              </a:spcAft>
              <a:buClr>
                <a:srgbClr val="808080"/>
              </a:buClr>
              <a:buSzPts val="700"/>
              <a:buFont typeface="Calibri"/>
              <a:buChar char="•"/>
              <a:defRPr sz="700" b="0" i="0" u="none" strike="noStrike" cap="none">
                <a:solidFill>
                  <a:srgbClr val="808080"/>
                </a:solidFill>
                <a:latin typeface="Calibri"/>
                <a:ea typeface="Calibri"/>
                <a:cs typeface="Calibri"/>
                <a:sym typeface="Calibri"/>
              </a:defRPr>
            </a:lvl8pPr>
            <a:lvl9pPr marL="4114800" marR="0" lvl="8" indent="-273050" algn="l" rtl="0">
              <a:lnSpc>
                <a:spcPct val="100000"/>
              </a:lnSpc>
              <a:spcBef>
                <a:spcPts val="100"/>
              </a:spcBef>
              <a:spcAft>
                <a:spcPts val="0"/>
              </a:spcAft>
              <a:buClr>
                <a:srgbClr val="808080"/>
              </a:buClr>
              <a:buSzPts val="700"/>
              <a:buFont typeface="Calibri"/>
              <a:buChar char="•"/>
              <a:defRPr sz="700" b="0" i="0" u="none" strike="noStrike" cap="none">
                <a:solidFill>
                  <a:srgbClr val="808080"/>
                </a:solidFill>
                <a:latin typeface="Calibri"/>
                <a:ea typeface="Calibri"/>
                <a:cs typeface="Calibri"/>
                <a:sym typeface="Calibri"/>
              </a:defRPr>
            </a:lvl9pPr>
          </a:lstStyle>
          <a:p/>
        </p:txBody>
      </p:sp>
      <p:cxnSp>
        <p:nvCxnSpPr>
          <p:cNvPr id="13" name="Google Shape;13;p1"/>
          <p:cNvCxnSpPr/>
          <p:nvPr/>
        </p:nvCxnSpPr>
        <p:spPr>
          <a:xfrm>
            <a:off x="366346" y="690563"/>
            <a:ext cx="1290000" cy="0"/>
          </a:xfrm>
          <a:prstGeom prst="straightConnector1">
            <a:avLst/>
          </a:prstGeom>
          <a:noFill/>
          <a:ln w="15875" cap="flat" cmpd="sng">
            <a:solidFill>
              <a:srgbClr val="980000"/>
            </a:solidFill>
            <a:prstDash val="solid"/>
            <a:round/>
            <a:headEnd type="none" w="sm" len="sm"/>
            <a:tailEnd type="none" w="sm" len="sm"/>
          </a:ln>
        </p:spPr>
      </p:cxnSp>
      <p:cxnSp>
        <p:nvCxnSpPr>
          <p:cNvPr id="14" name="Google Shape;14;p1"/>
          <p:cNvCxnSpPr/>
          <p:nvPr/>
        </p:nvCxnSpPr>
        <p:spPr>
          <a:xfrm>
            <a:off x="8725846" y="4912146"/>
            <a:ext cx="0" cy="139800"/>
          </a:xfrm>
          <a:prstGeom prst="straightConnector1">
            <a:avLst/>
          </a:prstGeom>
          <a:noFill/>
          <a:ln w="9525" cap="flat" cmpd="sng">
            <a:solidFill>
              <a:schemeClr val="accent4"/>
            </a:solidFill>
            <a:prstDash val="solid"/>
            <a:round/>
            <a:headEnd type="none" w="sm" len="sm"/>
            <a:tailEnd type="none" w="sm" len="sm"/>
          </a:ln>
        </p:spPr>
      </p:cxnSp>
      <p:sp>
        <p:nvSpPr>
          <p:cNvPr id="15" name="Google Shape;15;p1"/>
          <p:cNvSpPr txBox="1"/>
          <p:nvPr/>
        </p:nvSpPr>
        <p:spPr>
          <a:xfrm>
            <a:off x="8815223" y="4888298"/>
            <a:ext cx="264000" cy="187500"/>
          </a:xfrm>
          <a:prstGeom prst="rect">
            <a:avLst/>
          </a:prstGeom>
          <a:noFill/>
          <a:ln>
            <a:noFill/>
          </a:ln>
        </p:spPr>
        <p:txBody>
          <a:bodyPr spcFirstLastPara="1" wrap="square" lIns="31150" tIns="31150" rIns="31150" bIns="31150" anchor="ctr" anchorCtr="0">
            <a:spAutoFit/>
          </a:bodyPr>
          <a:lstStyle/>
          <a:p>
            <a:pPr marL="0" marR="0" lvl="0" indent="0" algn="ctr" rtl="0">
              <a:lnSpc>
                <a:spcPct val="90000"/>
              </a:lnSpc>
              <a:spcBef>
                <a:spcPts val="0"/>
              </a:spcBef>
              <a:spcAft>
                <a:spcPts val="0"/>
              </a:spcAft>
              <a:buClr>
                <a:srgbClr val="000000"/>
              </a:buClr>
              <a:buSzPts val="900"/>
              <a:buFont typeface="Arial" panose="020B0704020202020204"/>
              <a:buNone/>
            </a:pPr>
            <a:fld id="{00000000-1234-1234-1234-123412341234}" type="slidenum">
              <a:rPr lang="fr-FR" sz="900" b="0" i="0" u="none" strike="noStrike" cap="none">
                <a:solidFill>
                  <a:schemeClr val="accent3"/>
                </a:solidFill>
                <a:latin typeface="Calibri"/>
                <a:ea typeface="Calibri"/>
                <a:cs typeface="Calibri"/>
                <a:sym typeface="Calibri"/>
              </a:rPr>
            </a:fld>
            <a:endParaRPr sz="900" b="0" i="0" u="none" strike="noStrike" cap="none">
              <a:solidFill>
                <a:schemeClr val="accent3"/>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3.xml"/><Relationship Id="rId2" Type="http://schemas.openxmlformats.org/officeDocument/2006/relationships/image" Target="../media/image2.png"/><Relationship Id="rId1" Type="http://schemas.openxmlformats.org/officeDocument/2006/relationships/tags" Target="../tags/tag1.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3.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3.xml"/><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3.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4.xml"/><Relationship Id="rId1" Type="http://schemas.openxmlformats.org/officeDocument/2006/relationships/tags" Target="../tags/tag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3.xml"/><Relationship Id="rId1"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3.xml"/><Relationship Id="rId1" Type="http://schemas.openxmlformats.org/officeDocument/2006/relationships/image" Target="../media/image9.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3.xml"/><Relationship Id="rId2" Type="http://schemas.openxmlformats.org/officeDocument/2006/relationships/image" Target="../media/image11.png"/><Relationship Id="rId1" Type="http://schemas.openxmlformats.org/officeDocument/2006/relationships/image" Target="../media/image10.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5" Type="http://schemas.openxmlformats.org/officeDocument/2006/relationships/notesSlide" Target="../notesSlides/notesSlide19.xml"/><Relationship Id="rId4" Type="http://schemas.openxmlformats.org/officeDocument/2006/relationships/slideLayout" Target="../slideLayouts/slideLayout3.xml"/><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12.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58" name="Shape 58"/>
        <p:cNvGrpSpPr/>
        <p:nvPr/>
      </p:nvGrpSpPr>
      <p:grpSpPr>
        <a:xfrm>
          <a:off x="0" y="0"/>
          <a:ext cx="0" cy="0"/>
          <a:chOff x="0" y="0"/>
          <a:chExt cx="0" cy="0"/>
        </a:xfrm>
      </p:grpSpPr>
      <p:sp>
        <p:nvSpPr>
          <p:cNvPr id="59" name="Google Shape;59;p12"/>
          <p:cNvSpPr txBox="1"/>
          <p:nvPr>
            <p:ph type="subTitle" idx="1"/>
          </p:nvPr>
        </p:nvSpPr>
        <p:spPr>
          <a:xfrm>
            <a:off x="2005350" y="818075"/>
            <a:ext cx="5133300" cy="1753800"/>
          </a:xfrm>
          <a:prstGeom prst="rect">
            <a:avLst/>
          </a:prstGeom>
          <a:noFill/>
          <a:ln>
            <a:noFill/>
          </a:ln>
        </p:spPr>
        <p:txBody>
          <a:bodyPr spcFirstLastPara="1" wrap="square" lIns="79125" tIns="39550" rIns="79125" bIns="39550" anchor="ctr" anchorCtr="0">
            <a:noAutofit/>
          </a:bodyPr>
          <a:lstStyle/>
          <a:p>
            <a:pPr marL="0" lvl="0" indent="0" algn="ctr" rtl="0">
              <a:lnSpc>
                <a:spcPct val="90000"/>
              </a:lnSpc>
              <a:spcBef>
                <a:spcPts val="0"/>
              </a:spcBef>
              <a:spcAft>
                <a:spcPts val="0"/>
              </a:spcAft>
              <a:buClr>
                <a:schemeClr val="lt1"/>
              </a:buClr>
              <a:buSzPts val="2100"/>
              <a:buFont typeface="Calibri"/>
              <a:buNone/>
            </a:pPr>
            <a:r>
              <a:rPr lang="fr-FR" sz="3400"/>
              <a:t>Analysis of customer reviews</a:t>
            </a:r>
            <a:endParaRPr sz="3400"/>
          </a:p>
        </p:txBody>
      </p:sp>
      <p:sp>
        <p:nvSpPr>
          <p:cNvPr id="60" name="Google Shape;60;p12"/>
          <p:cNvSpPr txBox="1"/>
          <p:nvPr>
            <p:ph type="ctrTitle"/>
          </p:nvPr>
        </p:nvSpPr>
        <p:spPr>
          <a:xfrm>
            <a:off x="2563200" y="3214050"/>
            <a:ext cx="4017600" cy="544200"/>
          </a:xfrm>
          <a:prstGeom prst="rect">
            <a:avLst/>
          </a:prstGeom>
          <a:noFill/>
          <a:ln>
            <a:noFill/>
          </a:ln>
        </p:spPr>
        <p:txBody>
          <a:bodyPr spcFirstLastPara="1" wrap="square" lIns="31150" tIns="31150" rIns="31150" bIns="31150" anchor="t" anchorCtr="0">
            <a:noAutofit/>
          </a:bodyPr>
          <a:lstStyle/>
          <a:p>
            <a:pPr marL="0" lvl="0" indent="0" algn="ctr" rtl="0">
              <a:lnSpc>
                <a:spcPct val="90000"/>
              </a:lnSpc>
              <a:spcBef>
                <a:spcPts val="0"/>
              </a:spcBef>
              <a:spcAft>
                <a:spcPts val="0"/>
              </a:spcAft>
              <a:buSzPts val="1200"/>
              <a:buNone/>
            </a:pPr>
            <a:r>
              <a:rPr lang="fr-FR"/>
              <a:t>Group : </a:t>
            </a:r>
            <a:r>
              <a:rPr lang="en-US" altLang="fr-FR"/>
              <a:t>DIA6</a:t>
            </a:r>
            <a:br>
              <a:rPr lang="en-US" altLang="fr-FR"/>
            </a:br>
            <a:r>
              <a:rPr lang="fr-FR"/>
              <a:t>Name : </a:t>
            </a:r>
            <a:r>
              <a:rPr lang="en-US" altLang="fr-FR"/>
              <a:t>Han</a:t>
            </a:r>
            <a:endParaRPr lang="en-US" altLang="fr-F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86" name="Shape 86"/>
        <p:cNvGrpSpPr/>
        <p:nvPr/>
      </p:nvGrpSpPr>
      <p:grpSpPr>
        <a:xfrm>
          <a:off x="0" y="0"/>
          <a:ext cx="0" cy="0"/>
          <a:chOff x="0" y="0"/>
          <a:chExt cx="0" cy="0"/>
        </a:xfrm>
      </p:grpSpPr>
      <p:sp>
        <p:nvSpPr>
          <p:cNvPr id="87" name="Google Shape;87;p16"/>
          <p:cNvSpPr txBox="1"/>
          <p:nvPr>
            <p:ph type="body" idx="1"/>
          </p:nvPr>
        </p:nvSpPr>
        <p:spPr>
          <a:xfrm>
            <a:off x="417625" y="783425"/>
            <a:ext cx="8308800" cy="4016100"/>
          </a:xfrm>
          <a:prstGeom prst="rect">
            <a:avLst/>
          </a:prstGeom>
          <a:noFill/>
          <a:ln>
            <a:noFill/>
          </a:ln>
        </p:spPr>
        <p:txBody>
          <a:bodyPr spcFirstLastPara="1" wrap="square" lIns="62300" tIns="38475" rIns="31150" bIns="38475" anchor="t" anchorCtr="0">
            <a:noAutofit/>
          </a:bodyPr>
          <a:lstStyle/>
          <a:p>
            <a:pPr marL="38100" lvl="0" indent="0" algn="l" rtl="0">
              <a:lnSpc>
                <a:spcPct val="90000"/>
              </a:lnSpc>
              <a:spcBef>
                <a:spcPts val="1000"/>
              </a:spcBef>
              <a:spcAft>
                <a:spcPts val="0"/>
              </a:spcAft>
              <a:buSzPts val="2500"/>
              <a:buNone/>
            </a:pPr>
            <a:r>
              <a:rPr lang="fr-FR" sz="1700"/>
              <a:t>1 | Data Exploration and Cleaning</a:t>
            </a:r>
            <a:endParaRPr lang="fr-FR" sz="1700"/>
          </a:p>
          <a:p>
            <a:pPr marL="38100" lvl="0" indent="0" algn="l" rtl="0">
              <a:lnSpc>
                <a:spcPct val="90000"/>
              </a:lnSpc>
              <a:spcBef>
                <a:spcPts val="1000"/>
              </a:spcBef>
              <a:spcAft>
                <a:spcPts val="0"/>
              </a:spcAft>
              <a:buSzPts val="2500"/>
              <a:buNone/>
            </a:pPr>
            <a:r>
              <a:rPr lang="fr-FR" sz="1700"/>
              <a:t>2 | Summary and Topic Modeling</a:t>
            </a:r>
            <a:endParaRPr lang="fr-FR" sz="1700"/>
          </a:p>
          <a:p>
            <a:pPr marL="38100" lvl="0" indent="0" algn="l" rtl="0">
              <a:lnSpc>
                <a:spcPct val="90000"/>
              </a:lnSpc>
              <a:spcBef>
                <a:spcPts val="1000"/>
              </a:spcBef>
              <a:spcAft>
                <a:spcPts val="0"/>
              </a:spcAft>
              <a:buSzPts val="2500"/>
              <a:buNone/>
            </a:pPr>
            <a:r>
              <a:rPr lang="fr-FR" sz="1700"/>
              <a:t>3 | Word Embeddings</a:t>
            </a:r>
            <a:endParaRPr lang="fr-FR" sz="1700"/>
          </a:p>
          <a:p>
            <a:pPr marL="38100" lvl="0" indent="0" algn="l" rtl="0">
              <a:lnSpc>
                <a:spcPct val="90000"/>
              </a:lnSpc>
              <a:spcBef>
                <a:spcPts val="1000"/>
              </a:spcBef>
              <a:spcAft>
                <a:spcPts val="0"/>
              </a:spcAft>
              <a:buSzPts val="2500"/>
              <a:buNone/>
            </a:pPr>
            <a:r>
              <a:rPr lang="fr-FR" sz="1700"/>
              <a:t>4 | Supervised Learning and Sentiment Analysis</a:t>
            </a:r>
            <a:endParaRPr lang="fr-FR" sz="1700"/>
          </a:p>
          <a:p>
            <a:pPr marL="38100" lvl="0" indent="0" algn="l" rtl="0">
              <a:lnSpc>
                <a:spcPct val="90000"/>
              </a:lnSpc>
              <a:spcBef>
                <a:spcPts val="1000"/>
              </a:spcBef>
              <a:spcAft>
                <a:spcPts val="0"/>
              </a:spcAft>
              <a:buSzPts val="2500"/>
              <a:buNone/>
            </a:pPr>
            <a:r>
              <a:rPr lang="fr-FR" sz="1700"/>
              <a:t>5 | Results Interpretation</a:t>
            </a:r>
            <a:endParaRPr lang="fr-FR" sz="1700"/>
          </a:p>
          <a:p>
            <a:pPr marL="38100" lvl="0" indent="0" algn="l" rtl="0">
              <a:lnSpc>
                <a:spcPct val="90000"/>
              </a:lnSpc>
              <a:spcBef>
                <a:spcPts val="1000"/>
              </a:spcBef>
              <a:spcAft>
                <a:spcPts val="0"/>
              </a:spcAft>
              <a:buSzPts val="2500"/>
              <a:buNone/>
            </a:pPr>
            <a:r>
              <a:rPr lang="fr-FR" sz="1700"/>
              <a:t>6 | Streamlit Application</a:t>
            </a:r>
            <a:endParaRPr lang="fr-FR" sz="1700"/>
          </a:p>
        </p:txBody>
      </p:sp>
      <p:sp>
        <p:nvSpPr>
          <p:cNvPr id="88" name="Google Shape;88;p16"/>
          <p:cNvSpPr txBox="1"/>
          <p:nvPr>
            <p:ph type="title"/>
          </p:nvPr>
        </p:nvSpPr>
        <p:spPr>
          <a:xfrm>
            <a:off x="417634" y="166688"/>
            <a:ext cx="8308800" cy="515400"/>
          </a:xfrm>
          <a:prstGeom prst="rect">
            <a:avLst/>
          </a:prstGeom>
          <a:noFill/>
          <a:ln>
            <a:noFill/>
          </a:ln>
        </p:spPr>
        <p:txBody>
          <a:bodyPr spcFirstLastPara="1" wrap="square" lIns="0" tIns="38475" rIns="15575" bIns="15575" anchor="b" anchorCtr="0">
            <a:noAutofit/>
          </a:bodyPr>
          <a:lstStyle/>
          <a:p>
            <a:pPr marL="0" lvl="0" indent="0" algn="l" rtl="0">
              <a:lnSpc>
                <a:spcPct val="90000"/>
              </a:lnSpc>
              <a:spcBef>
                <a:spcPts val="0"/>
              </a:spcBef>
              <a:spcAft>
                <a:spcPts val="0"/>
              </a:spcAft>
              <a:buSzPts val="1200"/>
              <a:buNone/>
            </a:pPr>
            <a:r>
              <a:rPr lang="en-US" altLang="fr-FR" sz="2200"/>
              <a:t>T</a:t>
            </a:r>
            <a:r>
              <a:rPr lang="fr-FR" sz="2200"/>
              <a:t>able of contents</a:t>
            </a:r>
            <a:endParaRPr lang="fr-FR" sz="22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92" name="Shape 92"/>
        <p:cNvGrpSpPr/>
        <p:nvPr/>
      </p:nvGrpSpPr>
      <p:grpSpPr>
        <a:xfrm>
          <a:off x="0" y="0"/>
          <a:ext cx="0" cy="0"/>
          <a:chOff x="0" y="0"/>
          <a:chExt cx="0" cy="0"/>
        </a:xfrm>
      </p:grpSpPr>
      <p:sp>
        <p:nvSpPr>
          <p:cNvPr id="93" name="Google Shape;93;p17"/>
          <p:cNvSpPr txBox="1"/>
          <p:nvPr>
            <p:ph type="title"/>
          </p:nvPr>
        </p:nvSpPr>
        <p:spPr>
          <a:xfrm>
            <a:off x="417634" y="166688"/>
            <a:ext cx="8308800" cy="515400"/>
          </a:xfrm>
          <a:prstGeom prst="rect">
            <a:avLst/>
          </a:prstGeom>
          <a:noFill/>
          <a:ln>
            <a:noFill/>
          </a:ln>
        </p:spPr>
        <p:txBody>
          <a:bodyPr spcFirstLastPara="1" wrap="square" lIns="0" tIns="38475" rIns="15575" bIns="15575" anchor="b" anchorCtr="0">
            <a:noAutofit/>
          </a:bodyPr>
          <a:lstStyle/>
          <a:p>
            <a:pPr marL="0" lvl="0" indent="0" algn="l" rtl="0">
              <a:lnSpc>
                <a:spcPct val="90000"/>
              </a:lnSpc>
              <a:spcBef>
                <a:spcPts val="0"/>
              </a:spcBef>
              <a:spcAft>
                <a:spcPts val="0"/>
              </a:spcAft>
              <a:buSzPts val="1200"/>
              <a:buNone/>
            </a:pPr>
            <a:r>
              <a:rPr lang="fr-FR"/>
              <a:t>Purpose and context</a:t>
            </a:r>
            <a:endParaRPr lang="fr-FR"/>
          </a:p>
        </p:txBody>
      </p:sp>
      <p:sp>
        <p:nvSpPr>
          <p:cNvPr id="94" name="Google Shape;94;p17"/>
          <p:cNvSpPr txBox="1"/>
          <p:nvPr>
            <p:ph type="body" idx="1"/>
          </p:nvPr>
        </p:nvSpPr>
        <p:spPr>
          <a:xfrm>
            <a:off x="417625" y="875026"/>
            <a:ext cx="8308800" cy="3418500"/>
          </a:xfrm>
          <a:prstGeom prst="rect">
            <a:avLst/>
          </a:prstGeom>
          <a:noFill/>
          <a:ln>
            <a:noFill/>
          </a:ln>
        </p:spPr>
        <p:txBody>
          <a:bodyPr spcFirstLastPara="1" wrap="square" lIns="62300" tIns="38475" rIns="31150" bIns="38475" anchor="t" anchorCtr="0">
            <a:noAutofit/>
          </a:bodyPr>
          <a:lstStyle/>
          <a:p>
            <a:pPr marL="393700" lvl="0" indent="-292100" algn="l" rtl="0">
              <a:lnSpc>
                <a:spcPct val="90000"/>
              </a:lnSpc>
              <a:spcBef>
                <a:spcPts val="200"/>
              </a:spcBef>
              <a:spcAft>
                <a:spcPts val="0"/>
              </a:spcAft>
              <a:buSzPts val="1600"/>
              <a:buChar char="▪"/>
            </a:pPr>
            <a:r>
              <a:rPr lang="fr-FR" sz="1600"/>
              <a:t>Context :</a:t>
            </a:r>
            <a:endParaRPr sz="1600"/>
          </a:p>
          <a:p>
            <a:pPr marL="787400" lvl="1" indent="-279400" algn="l" rtl="0">
              <a:lnSpc>
                <a:spcPct val="90000"/>
              </a:lnSpc>
              <a:spcBef>
                <a:spcPts val="0"/>
              </a:spcBef>
              <a:spcAft>
                <a:spcPts val="0"/>
              </a:spcAft>
              <a:buSzPts val="1400"/>
              <a:buChar char="–"/>
            </a:pPr>
            <a:r>
              <a:rPr lang="fr-FR" sz="1400"/>
              <a:t>French insurance customer reviews collected from 35 companies across multiple products (auto, santé, habitation)</a:t>
            </a:r>
            <a:endParaRPr lang="fr-FR" sz="1400"/>
          </a:p>
          <a:p>
            <a:pPr marL="393700" lvl="0" indent="-292100" algn="l" rtl="0">
              <a:lnSpc>
                <a:spcPct val="90000"/>
              </a:lnSpc>
              <a:spcBef>
                <a:spcPts val="200"/>
              </a:spcBef>
              <a:spcAft>
                <a:spcPts val="0"/>
              </a:spcAft>
              <a:buSzPts val="1600"/>
              <a:buChar char="▪"/>
            </a:pPr>
            <a:r>
              <a:rPr lang="fr-FR" sz="1600"/>
              <a:t>Objectives:</a:t>
            </a:r>
            <a:endParaRPr sz="1600"/>
          </a:p>
          <a:p>
            <a:pPr marL="787400" lvl="1" indent="-279400" algn="l" rtl="0">
              <a:lnSpc>
                <a:spcPct val="90000"/>
              </a:lnSpc>
              <a:spcBef>
                <a:spcPts val="0"/>
              </a:spcBef>
              <a:spcAft>
                <a:spcPts val="0"/>
              </a:spcAft>
              <a:buSzPts val="1400"/>
              <a:buChar char="–"/>
            </a:pPr>
            <a:r>
              <a:rPr sz="1400"/>
              <a:t>Predict star ratings and detect sentiment from review text</a:t>
            </a:r>
            <a:endParaRPr sz="1400"/>
          </a:p>
          <a:p>
            <a:pPr marL="787400" lvl="1" indent="-279400" algn="l" rtl="0">
              <a:lnSpc>
                <a:spcPct val="90000"/>
              </a:lnSpc>
              <a:spcBef>
                <a:spcPts val="0"/>
              </a:spcBef>
              <a:spcAft>
                <a:spcPts val="0"/>
              </a:spcAft>
              <a:buSzPts val="1400"/>
              <a:buChar char="–"/>
            </a:pPr>
            <a:r>
              <a:rPr sz="1400"/>
              <a:t>Identify key themes impacting customer satisfaction</a:t>
            </a:r>
            <a:endParaRPr sz="1400"/>
          </a:p>
          <a:p>
            <a:pPr marL="787400" lvl="1" indent="-279400" algn="l" rtl="0">
              <a:lnSpc>
                <a:spcPct val="90000"/>
              </a:lnSpc>
              <a:spcBef>
                <a:spcPts val="0"/>
              </a:spcBef>
              <a:spcAft>
                <a:spcPts val="0"/>
              </a:spcAft>
              <a:buSzPts val="1400"/>
              <a:buChar char="–"/>
            </a:pPr>
            <a:r>
              <a:rPr sz="1400"/>
              <a:t>Build an interactive application for real-time analysis</a:t>
            </a:r>
            <a:endParaRPr sz="1400"/>
          </a:p>
          <a:p>
            <a:pPr marL="393700" lvl="0" indent="-292100" algn="l" rtl="0">
              <a:lnSpc>
                <a:spcPct val="90000"/>
              </a:lnSpc>
              <a:spcBef>
                <a:spcPts val="200"/>
              </a:spcBef>
              <a:spcAft>
                <a:spcPts val="0"/>
              </a:spcAft>
              <a:buSzPts val="1600"/>
              <a:buChar char="▪"/>
            </a:pPr>
            <a:r>
              <a:rPr lang="fr-FR" sz="1600"/>
              <a:t>Techniques used :</a:t>
            </a:r>
            <a:endParaRPr sz="1600"/>
          </a:p>
          <a:p>
            <a:pPr marL="787400" lvl="1" indent="-279400" algn="l" rtl="0">
              <a:lnSpc>
                <a:spcPct val="90000"/>
              </a:lnSpc>
              <a:spcBef>
                <a:spcPts val="0"/>
              </a:spcBef>
              <a:spcAft>
                <a:spcPts val="0"/>
              </a:spcAft>
              <a:buSzPts val="1400"/>
              <a:buChar char="–"/>
            </a:pPr>
            <a:r>
              <a:rPr lang="fr-FR" sz="1400"/>
              <a:t>Data cleaning, topic modeling (LDA), word embeddings (Word2Vec, GloVe)</a:t>
            </a:r>
            <a:endParaRPr lang="fr-FR" sz="1400"/>
          </a:p>
          <a:p>
            <a:pPr marL="787400" lvl="1" indent="-279400" algn="l" rtl="0">
              <a:lnSpc>
                <a:spcPct val="90000"/>
              </a:lnSpc>
              <a:spcBef>
                <a:spcPts val="0"/>
              </a:spcBef>
              <a:spcAft>
                <a:spcPts val="0"/>
              </a:spcAft>
              <a:buSzPts val="1400"/>
              <a:buChar char="–"/>
            </a:pPr>
            <a:r>
              <a:rPr lang="fr-FR" sz="1400"/>
              <a:t>Supervised learning: TF-IDF, CNN, BERT-based zero-shot classification</a:t>
            </a:r>
            <a:endParaRPr lang="fr-FR" sz="1400"/>
          </a:p>
          <a:p>
            <a:pPr marL="787400" lvl="1" indent="-279400" algn="l" rtl="0">
              <a:lnSpc>
                <a:spcPct val="90000"/>
              </a:lnSpc>
              <a:spcBef>
                <a:spcPts val="0"/>
              </a:spcBef>
              <a:spcAft>
                <a:spcPts val="0"/>
              </a:spcAft>
              <a:buSzPts val="1400"/>
              <a:buChar char="–"/>
            </a:pPr>
            <a:r>
              <a:rPr lang="fr-FR" sz="1400"/>
              <a:t>Streamlit interactive application</a:t>
            </a:r>
            <a:endParaRPr lang="fr-FR" sz="14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99" name="Shape 99"/>
        <p:cNvGrpSpPr/>
        <p:nvPr/>
      </p:nvGrpSpPr>
      <p:grpSpPr>
        <a:xfrm>
          <a:off x="0" y="0"/>
          <a:ext cx="0" cy="0"/>
          <a:chOff x="0" y="0"/>
          <a:chExt cx="0" cy="0"/>
        </a:xfrm>
      </p:grpSpPr>
      <p:sp>
        <p:nvSpPr>
          <p:cNvPr id="100" name="Google Shape;100;p18"/>
          <p:cNvSpPr txBox="1"/>
          <p:nvPr>
            <p:ph type="body" idx="1"/>
          </p:nvPr>
        </p:nvSpPr>
        <p:spPr>
          <a:xfrm>
            <a:off x="185052" y="681540"/>
            <a:ext cx="1263000" cy="1001400"/>
          </a:xfrm>
          <a:prstGeom prst="rect">
            <a:avLst/>
          </a:prstGeom>
          <a:noFill/>
          <a:ln>
            <a:noFill/>
          </a:ln>
        </p:spPr>
        <p:txBody>
          <a:bodyPr spcFirstLastPara="1" wrap="square" lIns="0" tIns="0" rIns="0" bIns="0" anchor="ctr" anchorCtr="0">
            <a:noAutofit/>
          </a:bodyPr>
          <a:lstStyle/>
          <a:p>
            <a:pPr marL="0" lvl="0" indent="0" algn="r" rtl="0">
              <a:lnSpc>
                <a:spcPct val="90000"/>
              </a:lnSpc>
              <a:spcBef>
                <a:spcPts val="200"/>
              </a:spcBef>
              <a:spcAft>
                <a:spcPts val="0"/>
              </a:spcAft>
              <a:buSzPts val="6200"/>
              <a:buNone/>
            </a:pPr>
            <a:r>
              <a:rPr lang="fr-FR"/>
              <a:t>1</a:t>
            </a:r>
            <a:endParaRPr lang="fr-FR"/>
          </a:p>
        </p:txBody>
      </p:sp>
      <p:sp>
        <p:nvSpPr>
          <p:cNvPr id="101" name="Google Shape;101;p18"/>
          <p:cNvSpPr txBox="1"/>
          <p:nvPr>
            <p:ph type="body" idx="2"/>
          </p:nvPr>
        </p:nvSpPr>
        <p:spPr>
          <a:xfrm>
            <a:off x="1963420" y="894080"/>
            <a:ext cx="6995795" cy="575310"/>
          </a:xfrm>
          <a:prstGeom prst="rect">
            <a:avLst/>
          </a:prstGeom>
          <a:noFill/>
          <a:ln>
            <a:noFill/>
          </a:ln>
        </p:spPr>
        <p:txBody>
          <a:bodyPr spcFirstLastPara="1" wrap="square" lIns="62300" tIns="38475" rIns="31150" bIns="0" anchor="b" anchorCtr="0">
            <a:noAutofit/>
          </a:bodyPr>
          <a:lstStyle/>
          <a:p>
            <a:pPr marL="0" lvl="0" indent="0" algn="l" rtl="0">
              <a:lnSpc>
                <a:spcPct val="90000"/>
              </a:lnSpc>
              <a:spcBef>
                <a:spcPts val="200"/>
              </a:spcBef>
              <a:spcAft>
                <a:spcPts val="0"/>
              </a:spcAft>
              <a:buClr>
                <a:srgbClr val="000000"/>
              </a:buClr>
              <a:buSzPts val="3800"/>
              <a:buFont typeface="Arial" panose="020B0704020202020204"/>
              <a:buNone/>
            </a:pPr>
            <a:r>
              <a:rPr lang="fr-FR"/>
              <a:t>Dataset Overview</a:t>
            </a:r>
            <a:endParaRPr lang="fr-FR"/>
          </a:p>
        </p:txBody>
      </p:sp>
      <p:sp>
        <p:nvSpPr>
          <p:cNvPr id="102" name="Google Shape;102;p18"/>
          <p:cNvSpPr txBox="1"/>
          <p:nvPr>
            <p:ph type="body" idx="3"/>
          </p:nvPr>
        </p:nvSpPr>
        <p:spPr>
          <a:xfrm>
            <a:off x="1963283" y="1541798"/>
            <a:ext cx="6723300" cy="2565300"/>
          </a:xfrm>
          <a:prstGeom prst="rect">
            <a:avLst/>
          </a:prstGeom>
          <a:noFill/>
          <a:ln>
            <a:noFill/>
          </a:ln>
        </p:spPr>
        <p:txBody>
          <a:bodyPr spcFirstLastPara="1" wrap="square" lIns="62300" tIns="38475" rIns="31150" bIns="38475" anchor="t" anchorCtr="0">
            <a:noAutofit/>
          </a:bodyPr>
          <a:lstStyle/>
          <a:p>
            <a:pPr marL="393700" lvl="0" indent="-304800" algn="l" rtl="0">
              <a:lnSpc>
                <a:spcPct val="90000"/>
              </a:lnSpc>
              <a:spcBef>
                <a:spcPts val="200"/>
              </a:spcBef>
              <a:spcAft>
                <a:spcPts val="0"/>
              </a:spcAft>
              <a:buSzPts val="1800"/>
              <a:buChar char="▪"/>
            </a:pPr>
            <a:r>
              <a:rPr lang="fr-FR" sz="1800"/>
              <a:t>Source: 35 Excel files merged into one dataset</a:t>
            </a:r>
            <a:endParaRPr lang="fr-FR" sz="1800"/>
          </a:p>
          <a:p>
            <a:pPr marL="393700" lvl="0" indent="-304800" algn="l" rtl="0">
              <a:lnSpc>
                <a:spcPct val="90000"/>
              </a:lnSpc>
              <a:spcBef>
                <a:spcPts val="200"/>
              </a:spcBef>
              <a:spcAft>
                <a:spcPts val="0"/>
              </a:spcAft>
              <a:buSzPts val="1800"/>
              <a:buChar char="▪"/>
            </a:pPr>
            <a:r>
              <a:rPr lang="fr-FR" sz="1800"/>
              <a:t>Total: 34,435 reviews → 24,104 after removing missing ratings</a:t>
            </a:r>
            <a:endParaRPr lang="fr-FR" sz="1800"/>
          </a:p>
          <a:p>
            <a:pPr marL="393700" lvl="0" indent="-304800" algn="l" rtl="0">
              <a:lnSpc>
                <a:spcPct val="90000"/>
              </a:lnSpc>
              <a:spcBef>
                <a:spcPts val="200"/>
              </a:spcBef>
              <a:spcAft>
                <a:spcPts val="0"/>
              </a:spcAft>
              <a:buSzPts val="1800"/>
              <a:buChar char="▪"/>
            </a:pPr>
            <a:r>
              <a:rPr lang="fr-FR" sz="1800"/>
              <a:t>11 columns: note (1-5 stars), avis (French), assureur (insurer), produit, avis_en (English translation), avis_cor, avis_summary</a:t>
            </a:r>
            <a:endParaRPr lang="fr-FR" sz="1800"/>
          </a:p>
          <a:p>
            <a:pPr marL="393700" lvl="0" indent="-304800" algn="l" rtl="0">
              <a:lnSpc>
                <a:spcPct val="90000"/>
              </a:lnSpc>
              <a:spcBef>
                <a:spcPts val="200"/>
              </a:spcBef>
              <a:spcAft>
                <a:spcPts val="0"/>
              </a:spcAft>
              <a:buSzPts val="1800"/>
              <a:buChar char="▪"/>
            </a:pPr>
            <a:r>
              <a:rPr lang="fr-FR" sz="1800"/>
              <a:t>Star distribution: 1★ 7,271 | 2★ 3,716 | 3★ 3,382 | 4★ 4,885 | 5★ 4,850</a:t>
            </a:r>
            <a:endParaRPr lang="fr-FR" sz="1800"/>
          </a:p>
          <a:p>
            <a:pPr marL="393700" lvl="0" indent="-304800" algn="l" rtl="0">
              <a:lnSpc>
                <a:spcPct val="90000"/>
              </a:lnSpc>
              <a:spcBef>
                <a:spcPts val="200"/>
              </a:spcBef>
              <a:spcAft>
                <a:spcPts val="0"/>
              </a:spcAft>
              <a:buSzPts val="1800"/>
              <a:buChar char="▪"/>
            </a:pPr>
            <a:r>
              <a:rPr lang="fr-FR" sz="1800"/>
              <a:t>Most reviewed insurer: AXA (629 reviews)</a:t>
            </a:r>
            <a:endParaRPr lang="fr-FR" sz="1800"/>
          </a:p>
          <a:p>
            <a:pPr marL="393700" lvl="0" indent="-304800" algn="l" rtl="0">
              <a:lnSpc>
                <a:spcPct val="90000"/>
              </a:lnSpc>
              <a:spcBef>
                <a:spcPts val="200"/>
              </a:spcBef>
              <a:spcAft>
                <a:spcPts val="0"/>
              </a:spcAft>
              <a:buSzPts val="1800"/>
              <a:buChar char="▪"/>
            </a:pPr>
            <a:r>
              <a:rPr lang="fr-FR" sz="1800"/>
              <a:t>Reviews span multiple insurance types: auto, santé, habitation</a:t>
            </a:r>
            <a:endParaRPr lang="fr-FR" sz="18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94" name="Shape 194"/>
        <p:cNvGrpSpPr/>
        <p:nvPr/>
      </p:nvGrpSpPr>
      <p:grpSpPr>
        <a:xfrm>
          <a:off x="0" y="0"/>
          <a:ext cx="0" cy="0"/>
          <a:chOff x="0" y="0"/>
          <a:chExt cx="0" cy="0"/>
        </a:xfrm>
      </p:grpSpPr>
      <p:sp>
        <p:nvSpPr>
          <p:cNvPr id="195" name="Google Shape;195;p30"/>
          <p:cNvSpPr txBox="1"/>
          <p:nvPr>
            <p:ph type="body" idx="1"/>
          </p:nvPr>
        </p:nvSpPr>
        <p:spPr>
          <a:xfrm>
            <a:off x="185052" y="681540"/>
            <a:ext cx="1263000" cy="1001400"/>
          </a:xfrm>
          <a:prstGeom prst="rect">
            <a:avLst/>
          </a:prstGeom>
          <a:noFill/>
          <a:ln>
            <a:noFill/>
          </a:ln>
        </p:spPr>
        <p:txBody>
          <a:bodyPr spcFirstLastPara="1" wrap="square" lIns="0" tIns="0" rIns="0" bIns="0" anchor="ctr" anchorCtr="0">
            <a:noAutofit/>
          </a:bodyPr>
          <a:lstStyle/>
          <a:p>
            <a:pPr marL="0" lvl="0" indent="0" algn="r" rtl="0">
              <a:lnSpc>
                <a:spcPct val="90000"/>
              </a:lnSpc>
              <a:spcBef>
                <a:spcPts val="200"/>
              </a:spcBef>
              <a:spcAft>
                <a:spcPts val="0"/>
              </a:spcAft>
              <a:buSzPts val="6200"/>
              <a:buNone/>
            </a:pPr>
            <a:r>
              <a:rPr lang="fr-FR"/>
              <a:t>2</a:t>
            </a:r>
            <a:endParaRPr lang="fr-FR"/>
          </a:p>
        </p:txBody>
      </p:sp>
      <p:sp>
        <p:nvSpPr>
          <p:cNvPr id="196" name="Google Shape;196;p30"/>
          <p:cNvSpPr txBox="1"/>
          <p:nvPr>
            <p:ph type="body" idx="2"/>
          </p:nvPr>
        </p:nvSpPr>
        <p:spPr>
          <a:xfrm>
            <a:off x="1963300" y="742221"/>
            <a:ext cx="6995700" cy="940800"/>
          </a:xfrm>
          <a:prstGeom prst="rect">
            <a:avLst/>
          </a:prstGeom>
          <a:noFill/>
          <a:ln>
            <a:noFill/>
          </a:ln>
        </p:spPr>
        <p:txBody>
          <a:bodyPr spcFirstLastPara="1" wrap="square" lIns="62300" tIns="38475" rIns="31150" bIns="0" anchor="b" anchorCtr="0">
            <a:noAutofit/>
          </a:bodyPr>
          <a:lstStyle/>
          <a:p>
            <a:pPr marL="0" lvl="0" indent="0" algn="l" rtl="0">
              <a:lnSpc>
                <a:spcPct val="90000"/>
              </a:lnSpc>
              <a:spcBef>
                <a:spcPts val="200"/>
              </a:spcBef>
              <a:spcAft>
                <a:spcPts val="0"/>
              </a:spcAft>
              <a:buClr>
                <a:srgbClr val="000000"/>
              </a:buClr>
              <a:buSzPts val="3800"/>
              <a:buFont typeface="Arial" panose="020B0704020202020204"/>
              <a:buNone/>
            </a:pPr>
            <a:r>
              <a:rPr lang="fr-FR"/>
              <a:t>Data Cleaning and Exploration</a:t>
            </a:r>
            <a:endParaRPr lang="fr-FR"/>
          </a:p>
        </p:txBody>
      </p:sp>
      <p:sp>
        <p:nvSpPr>
          <p:cNvPr id="197" name="Google Shape;197;p30"/>
          <p:cNvSpPr txBox="1"/>
          <p:nvPr>
            <p:ph type="body" idx="3"/>
          </p:nvPr>
        </p:nvSpPr>
        <p:spPr>
          <a:xfrm>
            <a:off x="1963283" y="2029478"/>
            <a:ext cx="6723300" cy="2565300"/>
          </a:xfrm>
          <a:prstGeom prst="rect">
            <a:avLst/>
          </a:prstGeom>
          <a:noFill/>
          <a:ln>
            <a:noFill/>
          </a:ln>
        </p:spPr>
        <p:txBody>
          <a:bodyPr spcFirstLastPara="1" wrap="square" lIns="62300" tIns="38475" rIns="31150" bIns="38475" anchor="t" anchorCtr="0">
            <a:noAutofit/>
          </a:bodyPr>
          <a:lstStyle/>
          <a:p>
            <a:pPr marL="393700" lvl="0" indent="-304800" algn="l" rtl="0">
              <a:lnSpc>
                <a:spcPct val="90000"/>
              </a:lnSpc>
              <a:spcBef>
                <a:spcPts val="200"/>
              </a:spcBef>
              <a:spcAft>
                <a:spcPts val="0"/>
              </a:spcAft>
              <a:buSzPts val="1800"/>
              <a:buChar char="▪"/>
            </a:pPr>
            <a:r>
              <a:rPr lang="fr-FR" sz="1800"/>
              <a:t>Frequent words and n-gram analysis</a:t>
            </a:r>
            <a:endParaRPr lang="fr-FR" sz="1800"/>
          </a:p>
          <a:p>
            <a:pPr marL="393700" lvl="0" indent="-304800" algn="l" rtl="0">
              <a:lnSpc>
                <a:spcPct val="90000"/>
              </a:lnSpc>
              <a:spcBef>
                <a:spcPts val="200"/>
              </a:spcBef>
              <a:spcAft>
                <a:spcPts val="0"/>
              </a:spcAft>
              <a:buSzPts val="1800"/>
              <a:buChar char="▪"/>
            </a:pPr>
            <a:r>
              <a:rPr lang="fr-FR" sz="1800"/>
              <a:t>Spelling correction (pyspellchecker)</a:t>
            </a:r>
            <a:endParaRPr lang="fr-FR" sz="1800"/>
          </a:p>
          <a:p>
            <a:pPr marL="393700" lvl="0" indent="-304800" algn="l" rtl="0">
              <a:lnSpc>
                <a:spcPct val="90000"/>
              </a:lnSpc>
              <a:spcBef>
                <a:spcPts val="200"/>
              </a:spcBef>
              <a:spcAft>
                <a:spcPts val="0"/>
              </a:spcAft>
              <a:buSzPts val="1800"/>
              <a:buChar char="▪"/>
            </a:pPr>
            <a:r>
              <a:rPr lang="fr-FR" sz="1800"/>
              <a:t>Summary and translation (BART)</a:t>
            </a:r>
            <a:endParaRPr lang="fr-FR" sz="1800"/>
          </a:p>
          <a:p>
            <a:pPr marL="393700" lvl="0" indent="-304800" algn="l" rtl="0">
              <a:lnSpc>
                <a:spcPct val="90000"/>
              </a:lnSpc>
              <a:spcBef>
                <a:spcPts val="200"/>
              </a:spcBef>
              <a:spcAft>
                <a:spcPts val="0"/>
              </a:spcAft>
              <a:buSzPts val="1800"/>
              <a:buChar char="▪"/>
            </a:pPr>
            <a:r>
              <a:rPr lang="fr-FR" sz="1800"/>
              <a:t>Topic modeling (LDA)</a:t>
            </a:r>
            <a:endParaRPr lang="fr-FR" sz="18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244" name="Shape 244"/>
        <p:cNvGrpSpPr/>
        <p:nvPr/>
      </p:nvGrpSpPr>
      <p:grpSpPr>
        <a:xfrm>
          <a:off x="0" y="0"/>
          <a:ext cx="0" cy="0"/>
          <a:chOff x="0" y="0"/>
          <a:chExt cx="0" cy="0"/>
        </a:xfrm>
      </p:grpSpPr>
      <p:sp>
        <p:nvSpPr>
          <p:cNvPr id="245" name="Google Shape;245;p37"/>
          <p:cNvSpPr txBox="1"/>
          <p:nvPr>
            <p:ph type="title"/>
          </p:nvPr>
        </p:nvSpPr>
        <p:spPr>
          <a:xfrm>
            <a:off x="417634" y="166688"/>
            <a:ext cx="8308800" cy="515400"/>
          </a:xfrm>
          <a:prstGeom prst="rect">
            <a:avLst/>
          </a:prstGeom>
          <a:noFill/>
          <a:ln>
            <a:noFill/>
          </a:ln>
        </p:spPr>
        <p:txBody>
          <a:bodyPr spcFirstLastPara="1" wrap="square" lIns="0" tIns="38475" rIns="15575" bIns="15575" anchor="b" anchorCtr="0">
            <a:noAutofit/>
          </a:bodyPr>
          <a:lstStyle/>
          <a:p>
            <a:pPr marL="0" lvl="0" indent="0" algn="l" rtl="0">
              <a:lnSpc>
                <a:spcPct val="90000"/>
              </a:lnSpc>
              <a:spcBef>
                <a:spcPts val="0"/>
              </a:spcBef>
              <a:spcAft>
                <a:spcPts val="0"/>
              </a:spcAft>
              <a:buSzPts val="1200"/>
              <a:buNone/>
            </a:pPr>
            <a:r>
              <a:rPr lang="fr-FR">
                <a:sym typeface="+mn-ea"/>
              </a:rPr>
              <a:t>Data cleansing</a:t>
            </a:r>
            <a:endParaRPr lang="fr-FR"/>
          </a:p>
        </p:txBody>
      </p:sp>
      <p:sp>
        <p:nvSpPr>
          <p:cNvPr id="246" name="Google Shape;246;p37"/>
          <p:cNvSpPr txBox="1"/>
          <p:nvPr>
            <p:ph type="body" idx="1"/>
          </p:nvPr>
        </p:nvSpPr>
        <p:spPr>
          <a:xfrm>
            <a:off x="417625" y="965950"/>
            <a:ext cx="8308800" cy="3327600"/>
          </a:xfrm>
          <a:prstGeom prst="rect">
            <a:avLst/>
          </a:prstGeom>
          <a:noFill/>
          <a:ln>
            <a:noFill/>
          </a:ln>
        </p:spPr>
        <p:txBody>
          <a:bodyPr spcFirstLastPara="1" wrap="square" lIns="62300" tIns="38475" rIns="31150" bIns="38475" anchor="t" anchorCtr="0">
            <a:noAutofit/>
          </a:bodyPr>
          <a:lstStyle/>
          <a:p>
            <a:pPr marL="393700" lvl="0" indent="-279400" algn="l" rtl="0">
              <a:lnSpc>
                <a:spcPct val="90000"/>
              </a:lnSpc>
              <a:spcBef>
                <a:spcPts val="200"/>
              </a:spcBef>
              <a:spcAft>
                <a:spcPts val="0"/>
              </a:spcAft>
              <a:buSzPts val="1400"/>
              <a:buChar char="▪"/>
            </a:pPr>
            <a:r>
              <a:rPr lang="fr-FR">
                <a:sym typeface="+mn-ea"/>
              </a:rPr>
              <a:t>Text preprocessing: lowercase, remove punctuation, remove extra whitespace</a:t>
            </a:r>
            <a:endParaRPr lang="fr-FR"/>
          </a:p>
          <a:p>
            <a:pPr marL="393700" lvl="0" indent="-279400" algn="l" rtl="0">
              <a:lnSpc>
                <a:spcPct val="90000"/>
              </a:lnSpc>
              <a:spcBef>
                <a:spcPts val="200"/>
              </a:spcBef>
              <a:spcAft>
                <a:spcPts val="0"/>
              </a:spcAft>
              <a:buSzPts val="1400"/>
              <a:buChar char="▪"/>
            </a:pPr>
            <a:r>
              <a:rPr lang="fr-FR">
                <a:sym typeface="+mn-ea"/>
              </a:rPr>
              <a:t>Stopword removal: French stopwords (NLTK) + domain-specific (l, j, d, qu, c...)</a:t>
            </a:r>
            <a:endParaRPr lang="fr-FR"/>
          </a:p>
          <a:p>
            <a:pPr marL="393700" lvl="0" indent="-279400" algn="l" rtl="0">
              <a:lnSpc>
                <a:spcPct val="90000"/>
              </a:lnSpc>
              <a:spcBef>
                <a:spcPts val="200"/>
              </a:spcBef>
              <a:spcAft>
                <a:spcPts val="0"/>
              </a:spcAft>
              <a:buSzPts val="1400"/>
              <a:buChar char="▪"/>
            </a:pPr>
            <a:r>
              <a:rPr lang="fr-FR">
                <a:sym typeface="+mn-ea"/>
              </a:rPr>
              <a:t>Spelling correction: pyspellchecker (French), distance=1, applied to all 24,104 reviews</a:t>
            </a:r>
            <a:endParaRPr lang="fr-FR"/>
          </a:p>
          <a:p>
            <a:pPr marL="393700" lvl="0" indent="-279400" algn="l" rtl="0">
              <a:lnSpc>
                <a:spcPct val="90000"/>
              </a:lnSpc>
              <a:spcBef>
                <a:spcPts val="200"/>
              </a:spcBef>
              <a:spcAft>
                <a:spcPts val="0"/>
              </a:spcAft>
              <a:buSzPts val="1400"/>
              <a:buChar char="▪"/>
            </a:pPr>
            <a:r>
              <a:rPr lang="fr-FR">
                <a:sym typeface="+mn-ea"/>
              </a:rPr>
              <a:t>Output columns:</a:t>
            </a:r>
            <a:endParaRPr lang="fr-FR"/>
          </a:p>
          <a:p>
            <a:pPr marL="393700" lvl="0" indent="-279400" algn="l" rtl="0">
              <a:lnSpc>
                <a:spcPct val="90000"/>
              </a:lnSpc>
              <a:spcBef>
                <a:spcPts val="200"/>
              </a:spcBef>
              <a:spcAft>
                <a:spcPts val="0"/>
              </a:spcAft>
              <a:buSzPts val="1400"/>
              <a:buChar char="▪"/>
            </a:pPr>
            <a:endParaRPr lang="fr-FR"/>
          </a:p>
          <a:p>
            <a:pPr marL="393700" lvl="0" indent="-279400" algn="l" rtl="0">
              <a:lnSpc>
                <a:spcPct val="90000"/>
              </a:lnSpc>
              <a:spcBef>
                <a:spcPts val="200"/>
              </a:spcBef>
              <a:spcAft>
                <a:spcPts val="0"/>
              </a:spcAft>
              <a:buSzPts val="1400"/>
              <a:buChar char="▪"/>
            </a:pPr>
            <a:r>
              <a:rPr lang="fr-FR">
                <a:sym typeface="+mn-ea"/>
              </a:rPr>
              <a:t>avis_clean → cleaned French text</a:t>
            </a:r>
            <a:endParaRPr lang="fr-FR"/>
          </a:p>
          <a:p>
            <a:pPr marL="393700" lvl="0" indent="-279400" algn="l" rtl="0">
              <a:lnSpc>
                <a:spcPct val="90000"/>
              </a:lnSpc>
              <a:spcBef>
                <a:spcPts val="200"/>
              </a:spcBef>
              <a:spcAft>
                <a:spcPts val="0"/>
              </a:spcAft>
              <a:buSzPts val="1400"/>
              <a:buChar char="▪"/>
            </a:pPr>
            <a:r>
              <a:rPr lang="fr-FR">
                <a:sym typeface="+mn-ea"/>
              </a:rPr>
              <a:t>avis_corrected → spelling-corrected text</a:t>
            </a:r>
            <a:endParaRPr lang="fr-FR"/>
          </a:p>
          <a:p>
            <a:pPr marL="393700" lvl="0" indent="-279400" algn="l" rtl="0">
              <a:lnSpc>
                <a:spcPct val="90000"/>
              </a:lnSpc>
              <a:spcBef>
                <a:spcPts val="200"/>
              </a:spcBef>
              <a:spcAft>
                <a:spcPts val="0"/>
              </a:spcAft>
              <a:buSzPts val="1400"/>
              <a:buChar char="▪"/>
            </a:pPr>
            <a:r>
              <a:rPr lang="fr-FR">
                <a:sym typeface="+mn-ea"/>
              </a:rPr>
              <a:t>avis_en → English translation (provided)</a:t>
            </a:r>
            <a:endParaRPr lang="fr-FR"/>
          </a:p>
          <a:p>
            <a:pPr marL="393700" lvl="0" indent="-279400" algn="l" rtl="0">
              <a:lnSpc>
                <a:spcPct val="90000"/>
              </a:lnSpc>
              <a:spcBef>
                <a:spcPts val="200"/>
              </a:spcBef>
              <a:spcAft>
                <a:spcPts val="0"/>
              </a:spcAft>
              <a:buSzPts val="1400"/>
              <a:buChar char="▪"/>
            </a:pPr>
            <a:r>
              <a:rPr lang="fr-FR">
                <a:sym typeface="+mn-ea"/>
              </a:rPr>
              <a:t>avis_summary → generated summary (BART)</a:t>
            </a:r>
            <a:endParaRPr lang="fr-FR"/>
          </a:p>
        </p:txBody>
      </p:sp>
      <p:pic>
        <p:nvPicPr>
          <p:cNvPr id="1" name="图片 0" descr="截屏2026-03-30 01.58.06"/>
          <p:cNvPicPr>
            <a:picLocks noChangeAspect="1"/>
          </p:cNvPicPr>
          <p:nvPr>
            <p:custDataLst>
              <p:tags r:id="rId1"/>
            </p:custDataLst>
          </p:nvPr>
        </p:nvPicPr>
        <p:blipFill>
          <a:blip r:embed="rId2"/>
          <a:stretch>
            <a:fillRect/>
          </a:stretch>
        </p:blipFill>
        <p:spPr>
          <a:xfrm>
            <a:off x="2666365" y="3153410"/>
            <a:ext cx="6266815" cy="113982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231" name="Shape 231"/>
        <p:cNvGrpSpPr/>
        <p:nvPr/>
      </p:nvGrpSpPr>
      <p:grpSpPr>
        <a:xfrm>
          <a:off x="0" y="0"/>
          <a:ext cx="0" cy="0"/>
          <a:chOff x="0" y="0"/>
          <a:chExt cx="0" cy="0"/>
        </a:xfrm>
      </p:grpSpPr>
      <p:pic>
        <p:nvPicPr>
          <p:cNvPr id="1" name="图片 0" descr="word_freq"/>
          <p:cNvPicPr>
            <a:picLocks noChangeAspect="1"/>
          </p:cNvPicPr>
          <p:nvPr/>
        </p:nvPicPr>
        <p:blipFill>
          <a:blip r:embed="rId1"/>
          <a:srcRect r="52516"/>
          <a:stretch>
            <a:fillRect/>
          </a:stretch>
        </p:blipFill>
        <p:spPr>
          <a:xfrm>
            <a:off x="5034280" y="354330"/>
            <a:ext cx="3439795" cy="2666365"/>
          </a:xfrm>
          <a:prstGeom prst="rect">
            <a:avLst/>
          </a:prstGeom>
        </p:spPr>
      </p:pic>
      <p:sp>
        <p:nvSpPr>
          <p:cNvPr id="232" name="Google Shape;232;p35"/>
          <p:cNvSpPr txBox="1"/>
          <p:nvPr>
            <p:ph type="title"/>
          </p:nvPr>
        </p:nvSpPr>
        <p:spPr>
          <a:xfrm>
            <a:off x="417634" y="166688"/>
            <a:ext cx="8308800" cy="515400"/>
          </a:xfrm>
          <a:prstGeom prst="rect">
            <a:avLst/>
          </a:prstGeom>
          <a:noFill/>
          <a:ln>
            <a:noFill/>
          </a:ln>
        </p:spPr>
        <p:txBody>
          <a:bodyPr spcFirstLastPara="1" wrap="square" lIns="0" tIns="38475" rIns="15575" bIns="15575" anchor="b" anchorCtr="0">
            <a:noAutofit/>
          </a:bodyPr>
          <a:lstStyle/>
          <a:p>
            <a:pPr marL="0" lvl="0" indent="0" algn="l" rtl="0">
              <a:lnSpc>
                <a:spcPct val="90000"/>
              </a:lnSpc>
              <a:spcBef>
                <a:spcPts val="0"/>
              </a:spcBef>
              <a:spcAft>
                <a:spcPts val="0"/>
              </a:spcAft>
              <a:buSzPts val="2400"/>
              <a:buNone/>
            </a:pPr>
            <a:r>
              <a:rPr lang="fr-FR"/>
              <a:t>Frequent Words and N-gram Analysis</a:t>
            </a:r>
            <a:endParaRPr lang="fr-FR"/>
          </a:p>
        </p:txBody>
      </p:sp>
      <p:sp>
        <p:nvSpPr>
          <p:cNvPr id="233" name="Google Shape;233;p35"/>
          <p:cNvSpPr txBox="1"/>
          <p:nvPr>
            <p:ph type="body" idx="1"/>
          </p:nvPr>
        </p:nvSpPr>
        <p:spPr>
          <a:xfrm>
            <a:off x="417830" y="1087120"/>
            <a:ext cx="4154170" cy="3206115"/>
          </a:xfrm>
          <a:prstGeom prst="rect">
            <a:avLst/>
          </a:prstGeom>
          <a:noFill/>
          <a:ln>
            <a:noFill/>
          </a:ln>
        </p:spPr>
        <p:txBody>
          <a:bodyPr spcFirstLastPara="1" wrap="square" lIns="62300" tIns="38475" rIns="31150" bIns="38475" anchor="t" anchorCtr="0">
            <a:noAutofit/>
          </a:bodyPr>
          <a:lstStyle/>
          <a:p>
            <a:pPr marL="457200" lvl="0" indent="-317500" algn="l" rtl="0">
              <a:lnSpc>
                <a:spcPct val="90000"/>
              </a:lnSpc>
              <a:spcBef>
                <a:spcPts val="0"/>
              </a:spcBef>
              <a:spcAft>
                <a:spcPts val="0"/>
              </a:spcAft>
              <a:buSzPts val="1400"/>
              <a:buChar char="-"/>
            </a:pPr>
            <a:r>
              <a:rPr lang="fr-FR"/>
              <a:t>After stopword removal, top words: assurance (12,390), prix (8,426), service (6,649), contrat (5,134), sinistre (3,579)</a:t>
            </a:r>
            <a:endParaRPr lang="fr-FR"/>
          </a:p>
          <a:p>
            <a:pPr marL="457200" lvl="0" indent="-317500" algn="l" rtl="0">
              <a:lnSpc>
                <a:spcPct val="90000"/>
              </a:lnSpc>
              <a:spcBef>
                <a:spcPts val="0"/>
              </a:spcBef>
              <a:spcAft>
                <a:spcPts val="0"/>
              </a:spcAft>
              <a:buSzPts val="1400"/>
              <a:buChar char="-"/>
            </a:pPr>
            <a:endParaRPr lang="fr-FR"/>
          </a:p>
          <a:p>
            <a:pPr marL="457200" lvl="0" indent="-317500" algn="l" rtl="0">
              <a:lnSpc>
                <a:spcPct val="90000"/>
              </a:lnSpc>
              <a:spcBef>
                <a:spcPts val="0"/>
              </a:spcBef>
              <a:spcAft>
                <a:spcPts val="0"/>
              </a:spcAft>
              <a:buSzPts val="1400"/>
              <a:buChar char="-"/>
            </a:pPr>
            <a:r>
              <a:rPr lang="fr-FR"/>
              <a:t>Top Bigrams: service client (1,552) | direct assurance (1,360) | prise charge (1,018)</a:t>
            </a:r>
            <a:endParaRPr lang="fr-FR"/>
          </a:p>
          <a:p>
            <a:pPr marL="457200" lvl="0" indent="-317500" algn="l" rtl="0">
              <a:lnSpc>
                <a:spcPct val="90000"/>
              </a:lnSpc>
              <a:spcBef>
                <a:spcPts val="0"/>
              </a:spcBef>
              <a:spcAft>
                <a:spcPts val="0"/>
              </a:spcAft>
              <a:buSzPts val="1400"/>
              <a:buChar char="-"/>
            </a:pPr>
            <a:endParaRPr lang="fr-FR"/>
          </a:p>
          <a:p>
            <a:pPr marL="457200" lvl="0" indent="-317500" algn="l" rtl="0">
              <a:lnSpc>
                <a:spcPct val="90000"/>
              </a:lnSpc>
              <a:spcBef>
                <a:spcPts val="0"/>
              </a:spcBef>
              <a:spcAft>
                <a:spcPts val="0"/>
              </a:spcAft>
              <a:buSzPts val="1400"/>
              <a:buChar char="-"/>
            </a:pPr>
            <a:r>
              <a:rPr lang="fr-FR"/>
              <a:t>Top Trigrams: rapport qualité prix (383) | sinistre non responsable (149) | depuis plusieurs années (129)</a:t>
            </a:r>
            <a:endParaRPr lang="fr-FR"/>
          </a:p>
          <a:p>
            <a:pPr marL="457200" lvl="0" indent="-317500" algn="l" rtl="0">
              <a:lnSpc>
                <a:spcPct val="90000"/>
              </a:lnSpc>
              <a:spcBef>
                <a:spcPts val="0"/>
              </a:spcBef>
              <a:spcAft>
                <a:spcPts val="0"/>
              </a:spcAft>
              <a:buSzPts val="1400"/>
              <a:buChar char="-"/>
            </a:pPr>
            <a:endParaRPr lang="fr-FR"/>
          </a:p>
          <a:p>
            <a:pPr marL="457200" lvl="0" indent="-317500" algn="l" rtl="0">
              <a:lnSpc>
                <a:spcPct val="90000"/>
              </a:lnSpc>
              <a:spcBef>
                <a:spcPts val="0"/>
              </a:spcBef>
              <a:spcAft>
                <a:spcPts val="0"/>
              </a:spcAft>
              <a:buSzPts val="1400"/>
              <a:buChar char="-"/>
            </a:pPr>
            <a:r>
              <a:rPr lang="fr-FR"/>
              <a:t>Key insight: pricing and customer service are the most discussed topics</a:t>
            </a:r>
            <a:endParaRPr lang="fr-FR"/>
          </a:p>
          <a:p>
            <a:pPr marL="457200" lvl="0" indent="-317500" algn="l" rtl="0">
              <a:lnSpc>
                <a:spcPct val="90000"/>
              </a:lnSpc>
              <a:spcBef>
                <a:spcPts val="0"/>
              </a:spcBef>
              <a:spcAft>
                <a:spcPts val="0"/>
              </a:spcAft>
              <a:buSzPts val="1400"/>
              <a:buChar char="-"/>
            </a:pPr>
            <a:endParaRPr lang="fr-FR"/>
          </a:p>
        </p:txBody>
      </p:sp>
      <p:pic>
        <p:nvPicPr>
          <p:cNvPr id="3" name="图片 2" descr="word_freq"/>
          <p:cNvPicPr>
            <a:picLocks noChangeAspect="1"/>
          </p:cNvPicPr>
          <p:nvPr/>
        </p:nvPicPr>
        <p:blipFill>
          <a:blip r:embed="rId1"/>
          <a:srcRect l="47264"/>
          <a:stretch>
            <a:fillRect/>
          </a:stretch>
        </p:blipFill>
        <p:spPr>
          <a:xfrm>
            <a:off x="5241925" y="2571750"/>
            <a:ext cx="2985135" cy="212280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238" name="Shape 238"/>
        <p:cNvGrpSpPr/>
        <p:nvPr/>
      </p:nvGrpSpPr>
      <p:grpSpPr>
        <a:xfrm>
          <a:off x="0" y="0"/>
          <a:ext cx="0" cy="0"/>
          <a:chOff x="0" y="0"/>
          <a:chExt cx="0" cy="0"/>
        </a:xfrm>
      </p:grpSpPr>
      <p:sp>
        <p:nvSpPr>
          <p:cNvPr id="239" name="Google Shape;239;p36"/>
          <p:cNvSpPr txBox="1"/>
          <p:nvPr>
            <p:ph type="title"/>
          </p:nvPr>
        </p:nvSpPr>
        <p:spPr>
          <a:xfrm>
            <a:off x="417634" y="166688"/>
            <a:ext cx="8308800" cy="515400"/>
          </a:xfrm>
          <a:prstGeom prst="rect">
            <a:avLst/>
          </a:prstGeom>
          <a:noFill/>
          <a:ln>
            <a:noFill/>
          </a:ln>
        </p:spPr>
        <p:txBody>
          <a:bodyPr spcFirstLastPara="1" wrap="square" lIns="0" tIns="38475" rIns="15575" bIns="15575" anchor="b" anchorCtr="0">
            <a:noAutofit/>
          </a:bodyPr>
          <a:lstStyle/>
          <a:p>
            <a:pPr marL="0" lvl="0" indent="0" algn="l" rtl="0">
              <a:lnSpc>
                <a:spcPct val="90000"/>
              </a:lnSpc>
              <a:spcBef>
                <a:spcPts val="0"/>
              </a:spcBef>
              <a:spcAft>
                <a:spcPts val="0"/>
              </a:spcAft>
              <a:buSzPts val="2400"/>
              <a:buNone/>
            </a:pPr>
            <a:r>
              <a:rPr lang="fr-FR"/>
              <a:t>Summary Generation and Translation</a:t>
            </a:r>
            <a:endParaRPr lang="fr-FR"/>
          </a:p>
        </p:txBody>
      </p:sp>
      <p:sp>
        <p:nvSpPr>
          <p:cNvPr id="240" name="Google Shape;240;p36"/>
          <p:cNvSpPr txBox="1"/>
          <p:nvPr>
            <p:ph type="body" idx="1"/>
          </p:nvPr>
        </p:nvSpPr>
        <p:spPr>
          <a:xfrm>
            <a:off x="417634" y="1087041"/>
            <a:ext cx="8308800" cy="3206400"/>
          </a:xfrm>
          <a:prstGeom prst="rect">
            <a:avLst/>
          </a:prstGeom>
          <a:noFill/>
          <a:ln>
            <a:noFill/>
          </a:ln>
        </p:spPr>
        <p:txBody>
          <a:bodyPr spcFirstLastPara="1" wrap="square" lIns="62300" tIns="38475" rIns="31150" bIns="38475" anchor="t" anchorCtr="0">
            <a:noAutofit/>
          </a:bodyPr>
          <a:lstStyle/>
          <a:p>
            <a:pPr marL="457200" lvl="0" indent="-317500" algn="l" rtl="0">
              <a:lnSpc>
                <a:spcPct val="90000"/>
              </a:lnSpc>
              <a:spcBef>
                <a:spcPts val="1000"/>
              </a:spcBef>
              <a:spcAft>
                <a:spcPts val="0"/>
              </a:spcAft>
              <a:buSzPts val="1400"/>
              <a:buChar char="-"/>
            </a:pPr>
            <a:r>
              <a:rPr lang="fr-FR"/>
              <a:t>English translation already provided in avis_en column</a:t>
            </a:r>
            <a:endParaRPr lang="fr-FR"/>
          </a:p>
          <a:p>
            <a:pPr marL="457200" lvl="0" indent="-317500" algn="l" rtl="0">
              <a:lnSpc>
                <a:spcPct val="90000"/>
              </a:lnSpc>
              <a:spcBef>
                <a:spcPts val="1000"/>
              </a:spcBef>
              <a:spcAft>
                <a:spcPts val="0"/>
              </a:spcAft>
              <a:buSzPts val="1400"/>
              <a:buChar char="-"/>
            </a:pPr>
            <a:r>
              <a:rPr lang="fr-FR"/>
              <a:t>Summarization model: facebook/bart-large-cnn (HuggingFace)</a:t>
            </a:r>
            <a:endParaRPr lang="fr-FR"/>
          </a:p>
          <a:p>
            <a:pPr marL="457200" lvl="0" indent="-317500" algn="l" rtl="0">
              <a:lnSpc>
                <a:spcPct val="90000"/>
              </a:lnSpc>
              <a:spcBef>
                <a:spcPts val="1000"/>
              </a:spcBef>
              <a:spcAft>
                <a:spcPts val="0"/>
              </a:spcAft>
              <a:buSzPts val="1400"/>
              <a:buChar char="-"/>
            </a:pPr>
            <a:r>
              <a:rPr lang="fr-FR"/>
              <a:t>Applied to all 24,104 English reviews, accelerated with Apple MPS GPU</a:t>
            </a:r>
            <a:endParaRPr lang="fr-FR"/>
          </a:p>
          <a:p>
            <a:pPr marL="457200" lvl="0" indent="-317500" algn="l" rtl="0">
              <a:lnSpc>
                <a:spcPct val="90000"/>
              </a:lnSpc>
              <a:spcBef>
                <a:spcPts val="1000"/>
              </a:spcBef>
              <a:spcAft>
                <a:spcPts val="0"/>
              </a:spcAft>
              <a:buSzPts val="1400"/>
              <a:buChar char="-"/>
            </a:pPr>
            <a:r>
              <a:rPr lang="fr-FR"/>
              <a:t>Reviews shorter than 30 words kept as-is</a:t>
            </a:r>
            <a:endParaRPr lang="fr-FR"/>
          </a:p>
          <a:p>
            <a:pPr marL="457200" lvl="0" indent="-317500" algn="l" rtl="0">
              <a:lnSpc>
                <a:spcPct val="90000"/>
              </a:lnSpc>
              <a:spcBef>
                <a:spcPts val="1000"/>
              </a:spcBef>
              <a:spcAft>
                <a:spcPts val="0"/>
              </a:spcAft>
              <a:buSzPts val="1400"/>
              <a:buChar char="-"/>
            </a:pPr>
            <a:r>
              <a:rPr lang="fr-FR"/>
              <a:t>Result stored in avis_summary column</a:t>
            </a:r>
            <a:endParaRPr lang="fr-FR"/>
          </a:p>
        </p:txBody>
      </p:sp>
      <p:sp>
        <p:nvSpPr>
          <p:cNvPr id="1" name="文本框 0"/>
          <p:cNvSpPr txBox="1"/>
          <p:nvPr/>
        </p:nvSpPr>
        <p:spPr>
          <a:xfrm>
            <a:off x="1172845" y="2846070"/>
            <a:ext cx="7802880" cy="2075815"/>
          </a:xfrm>
          <a:prstGeom prst="rect">
            <a:avLst/>
          </a:prstGeom>
          <a:noFill/>
        </p:spPr>
        <p:txBody>
          <a:bodyPr wrap="square" rtlCol="0" anchor="t">
            <a:noAutofit/>
          </a:bodyPr>
          <a:p>
            <a:r>
              <a:rPr lang="zh-CN" altLang="en-US" sz="1200"/>
              <a:t>orign:  hello</a:t>
            </a:r>
            <a:endParaRPr lang="zh-CN" altLang="en-US" sz="1200"/>
          </a:p>
          <a:p>
            <a:r>
              <a:rPr lang="zh-CN" altLang="en-US" sz="1200"/>
              <a:t>I am quite received to see that despite a drastic reduction in the use of specific vehicles in France in 2020 and 2021 (Covid pandemic), the price of insurance premiums has not dropped. It is indisputable that the French have bcp less rolled and that the number of claims has decreased sharply.</a:t>
            </a:r>
            <a:endParaRPr lang="zh-CN" altLang="en-US" sz="1200"/>
          </a:p>
          <a:p>
            <a:endParaRPr lang="zh-CN" altLang="en-US" sz="1200"/>
          </a:p>
          <a:p>
            <a:r>
              <a:rPr lang="zh-CN" altLang="en-US" sz="1200"/>
              <a:t>Summary:  Despite a drastic reduction in the use of specific vehicles in France in 2020 and 2021, the price of insurance premiums has not dropped. It is indisputable that the French have bcp less rolled and that the number of claims has decreased sharply</a:t>
            </a:r>
            <a:endParaRPr lang="zh-CN" altLang="en-US" sz="12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251" name="Shape 251"/>
        <p:cNvGrpSpPr/>
        <p:nvPr/>
      </p:nvGrpSpPr>
      <p:grpSpPr>
        <a:xfrm>
          <a:off x="0" y="0"/>
          <a:ext cx="0" cy="0"/>
          <a:chOff x="0" y="0"/>
          <a:chExt cx="0" cy="0"/>
        </a:xfrm>
      </p:grpSpPr>
      <p:sp>
        <p:nvSpPr>
          <p:cNvPr id="252" name="Google Shape;252;p38"/>
          <p:cNvSpPr txBox="1"/>
          <p:nvPr>
            <p:ph type="title"/>
          </p:nvPr>
        </p:nvSpPr>
        <p:spPr>
          <a:xfrm>
            <a:off x="417634" y="166688"/>
            <a:ext cx="8308800" cy="515400"/>
          </a:xfrm>
          <a:prstGeom prst="rect">
            <a:avLst/>
          </a:prstGeom>
          <a:noFill/>
          <a:ln>
            <a:noFill/>
          </a:ln>
        </p:spPr>
        <p:txBody>
          <a:bodyPr spcFirstLastPara="1" wrap="square" lIns="0" tIns="38475" rIns="15575" bIns="15575" anchor="b" anchorCtr="0">
            <a:noAutofit/>
          </a:bodyPr>
          <a:lstStyle/>
          <a:p>
            <a:pPr marL="0" lvl="0" indent="0" algn="l" rtl="0">
              <a:lnSpc>
                <a:spcPct val="90000"/>
              </a:lnSpc>
              <a:spcBef>
                <a:spcPts val="0"/>
              </a:spcBef>
              <a:spcAft>
                <a:spcPts val="0"/>
              </a:spcAft>
              <a:buSzPts val="2400"/>
              <a:buNone/>
            </a:pPr>
            <a:r>
              <a:rPr lang="fr-FR"/>
              <a:t> Topic Modeling with LDA</a:t>
            </a:r>
            <a:endParaRPr lang="fr-FR"/>
          </a:p>
        </p:txBody>
      </p:sp>
      <p:sp>
        <p:nvSpPr>
          <p:cNvPr id="253" name="Google Shape;253;p38"/>
          <p:cNvSpPr txBox="1"/>
          <p:nvPr>
            <p:ph type="body" idx="1"/>
          </p:nvPr>
        </p:nvSpPr>
        <p:spPr>
          <a:xfrm>
            <a:off x="417625" y="1087051"/>
            <a:ext cx="8308800" cy="3564300"/>
          </a:xfrm>
          <a:prstGeom prst="rect">
            <a:avLst/>
          </a:prstGeom>
          <a:noFill/>
          <a:ln>
            <a:noFill/>
          </a:ln>
        </p:spPr>
        <p:txBody>
          <a:bodyPr spcFirstLastPara="1" wrap="square" lIns="62300" tIns="38475" rIns="31150" bIns="38475" anchor="t" anchorCtr="0">
            <a:noAutofit/>
          </a:bodyPr>
          <a:lstStyle/>
          <a:p>
            <a:pPr marL="457200" lvl="0" indent="-317500" algn="l" rtl="0">
              <a:lnSpc>
                <a:spcPct val="90000"/>
              </a:lnSpc>
              <a:spcBef>
                <a:spcPts val="1000"/>
              </a:spcBef>
              <a:spcAft>
                <a:spcPts val="0"/>
              </a:spcAft>
              <a:buSzPts val="1400"/>
              <a:buChar char="▪"/>
            </a:pPr>
            <a:r>
              <a:rPr lang="fr-FR"/>
              <a:t>Model: Latent Dirichlet Allocation, 10 topics, library: Gensim</a:t>
            </a:r>
            <a:endParaRPr lang="fr-FR"/>
          </a:p>
          <a:p>
            <a:pPr marL="457200" lvl="0" indent="-317500" algn="l" rtl="0">
              <a:lnSpc>
                <a:spcPct val="90000"/>
              </a:lnSpc>
              <a:spcBef>
                <a:spcPts val="1000"/>
              </a:spcBef>
              <a:spcAft>
                <a:spcPts val="0"/>
              </a:spcAft>
              <a:buSzPts val="1400"/>
              <a:buChar char="▪"/>
            </a:pPr>
            <a:r>
              <a:rPr lang="fr-FR"/>
              <a:t>Trained on French cleaned reviews (24,104 documents, vocab 31,308 words)</a:t>
            </a:r>
            <a:endParaRPr lang="fr-FR"/>
          </a:p>
          <a:p>
            <a:pPr marL="457200" lvl="0" indent="-317500" algn="l" rtl="0">
              <a:lnSpc>
                <a:spcPct val="90000"/>
              </a:lnSpc>
              <a:spcBef>
                <a:spcPts val="1000"/>
              </a:spcBef>
              <a:spcAft>
                <a:spcPts val="0"/>
              </a:spcAft>
              <a:buSzPts val="1400"/>
              <a:buChar char="▪"/>
            </a:pPr>
            <a:r>
              <a:rPr lang="fr-FR"/>
              <a:t>Key topics identified:</a:t>
            </a:r>
            <a:endParaRPr lang="fr-FR"/>
          </a:p>
        </p:txBody>
      </p:sp>
      <p:pic>
        <p:nvPicPr>
          <p:cNvPr id="1" name="图片 0" descr="截屏2026-03-30 02.05.16"/>
          <p:cNvPicPr>
            <a:picLocks noChangeAspect="1"/>
          </p:cNvPicPr>
          <p:nvPr/>
        </p:nvPicPr>
        <p:blipFill>
          <a:blip r:embed="rId1"/>
          <a:stretch>
            <a:fillRect/>
          </a:stretch>
        </p:blipFill>
        <p:spPr>
          <a:xfrm>
            <a:off x="3371850" y="1781175"/>
            <a:ext cx="4565650" cy="28702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295" name="Shape 295"/>
        <p:cNvGrpSpPr/>
        <p:nvPr/>
      </p:nvGrpSpPr>
      <p:grpSpPr>
        <a:xfrm>
          <a:off x="0" y="0"/>
          <a:ext cx="0" cy="0"/>
          <a:chOff x="0" y="0"/>
          <a:chExt cx="0" cy="0"/>
        </a:xfrm>
      </p:grpSpPr>
      <p:sp>
        <p:nvSpPr>
          <p:cNvPr id="296" name="Google Shape;296;p44"/>
          <p:cNvSpPr txBox="1"/>
          <p:nvPr>
            <p:ph type="body" idx="1"/>
          </p:nvPr>
        </p:nvSpPr>
        <p:spPr>
          <a:xfrm>
            <a:off x="185052" y="681540"/>
            <a:ext cx="1263000" cy="1001400"/>
          </a:xfrm>
          <a:prstGeom prst="rect">
            <a:avLst/>
          </a:prstGeom>
          <a:noFill/>
          <a:ln>
            <a:noFill/>
          </a:ln>
        </p:spPr>
        <p:txBody>
          <a:bodyPr spcFirstLastPara="1" wrap="square" lIns="0" tIns="0" rIns="0" bIns="0" anchor="ctr" anchorCtr="0">
            <a:noAutofit/>
          </a:bodyPr>
          <a:lstStyle/>
          <a:p>
            <a:pPr marL="0" lvl="0" indent="0" algn="r" rtl="0">
              <a:lnSpc>
                <a:spcPct val="90000"/>
              </a:lnSpc>
              <a:spcBef>
                <a:spcPts val="200"/>
              </a:spcBef>
              <a:spcAft>
                <a:spcPts val="0"/>
              </a:spcAft>
              <a:buSzPts val="6200"/>
              <a:buNone/>
            </a:pPr>
            <a:r>
              <a:rPr lang="fr-FR"/>
              <a:t>3</a:t>
            </a:r>
            <a:endParaRPr lang="fr-FR"/>
          </a:p>
        </p:txBody>
      </p:sp>
      <p:sp>
        <p:nvSpPr>
          <p:cNvPr id="297" name="Google Shape;297;p44"/>
          <p:cNvSpPr txBox="1"/>
          <p:nvPr>
            <p:ph type="body" idx="2"/>
          </p:nvPr>
        </p:nvSpPr>
        <p:spPr>
          <a:xfrm>
            <a:off x="1963420" y="822325"/>
            <a:ext cx="6995795" cy="718820"/>
          </a:xfrm>
          <a:prstGeom prst="rect">
            <a:avLst/>
          </a:prstGeom>
          <a:noFill/>
          <a:ln>
            <a:noFill/>
          </a:ln>
        </p:spPr>
        <p:txBody>
          <a:bodyPr spcFirstLastPara="1" wrap="square" lIns="62300" tIns="38475" rIns="31150" bIns="0" anchor="b" anchorCtr="0">
            <a:noAutofit/>
          </a:bodyPr>
          <a:lstStyle/>
          <a:p>
            <a:pPr marL="0" lvl="0" indent="0" algn="l" rtl="0">
              <a:lnSpc>
                <a:spcPct val="90000"/>
              </a:lnSpc>
              <a:spcBef>
                <a:spcPts val="200"/>
              </a:spcBef>
              <a:spcAft>
                <a:spcPts val="0"/>
              </a:spcAft>
              <a:buClr>
                <a:srgbClr val="000000"/>
              </a:buClr>
              <a:buSzPts val="3800"/>
              <a:buFont typeface="Arial" panose="020B0704020202020204"/>
              <a:buNone/>
            </a:pPr>
            <a:r>
              <a:rPr lang="fr-FR"/>
              <a:t>Word Embeddings</a:t>
            </a:r>
            <a:endParaRPr lang="fr-FR"/>
          </a:p>
        </p:txBody>
      </p:sp>
      <p:sp>
        <p:nvSpPr>
          <p:cNvPr id="298" name="Google Shape;298;p44"/>
          <p:cNvSpPr txBox="1"/>
          <p:nvPr>
            <p:ph type="body" idx="3"/>
          </p:nvPr>
        </p:nvSpPr>
        <p:spPr>
          <a:xfrm>
            <a:off x="1963283" y="2029478"/>
            <a:ext cx="6723300" cy="2565300"/>
          </a:xfrm>
          <a:prstGeom prst="rect">
            <a:avLst/>
          </a:prstGeom>
          <a:noFill/>
          <a:ln>
            <a:noFill/>
          </a:ln>
        </p:spPr>
        <p:txBody>
          <a:bodyPr spcFirstLastPara="1" wrap="square" lIns="62300" tIns="38475" rIns="31150" bIns="38475" anchor="t" anchorCtr="0">
            <a:noAutofit/>
          </a:bodyPr>
          <a:lstStyle/>
          <a:p>
            <a:pPr marL="393700" lvl="0" indent="-304800" algn="l" rtl="0">
              <a:lnSpc>
                <a:spcPct val="90000"/>
              </a:lnSpc>
              <a:spcBef>
                <a:spcPts val="200"/>
              </a:spcBef>
              <a:spcAft>
                <a:spcPts val="0"/>
              </a:spcAft>
              <a:buSzPts val="1800"/>
              <a:buChar char="▪"/>
            </a:pPr>
            <a:r>
              <a:rPr lang="fr-FR" sz="1800"/>
              <a:t>Word2Vec training on corpus</a:t>
            </a:r>
            <a:endParaRPr lang="fr-FR" sz="1800"/>
          </a:p>
          <a:p>
            <a:pPr marL="393700" lvl="0" indent="-304800" algn="l" rtl="0">
              <a:lnSpc>
                <a:spcPct val="90000"/>
              </a:lnSpc>
              <a:spcBef>
                <a:spcPts val="200"/>
              </a:spcBef>
              <a:spcAft>
                <a:spcPts val="0"/>
              </a:spcAft>
              <a:buSzPts val="1800"/>
              <a:buChar char="▪"/>
            </a:pPr>
            <a:r>
              <a:rPr lang="fr-FR" sz="1800"/>
              <a:t>GloVe pre-trained embeddings</a:t>
            </a:r>
            <a:endParaRPr lang="fr-FR" sz="1800"/>
          </a:p>
          <a:p>
            <a:pPr marL="393700" lvl="0" indent="-304800" algn="l" rtl="0">
              <a:lnSpc>
                <a:spcPct val="90000"/>
              </a:lnSpc>
              <a:spcBef>
                <a:spcPts val="200"/>
              </a:spcBef>
              <a:spcAft>
                <a:spcPts val="0"/>
              </a:spcAft>
              <a:buSzPts val="1800"/>
              <a:buChar char="▪"/>
            </a:pPr>
            <a:r>
              <a:rPr lang="fr-FR" sz="1800"/>
              <a:t>Visualization: Matplotlib and TensorBoard</a:t>
            </a:r>
            <a:endParaRPr lang="fr-FR" sz="1800"/>
          </a:p>
          <a:p>
            <a:pPr marL="393700" lvl="0" indent="-304800" algn="l" rtl="0">
              <a:lnSpc>
                <a:spcPct val="90000"/>
              </a:lnSpc>
              <a:spcBef>
                <a:spcPts val="200"/>
              </a:spcBef>
              <a:spcAft>
                <a:spcPts val="0"/>
              </a:spcAft>
              <a:buSzPts val="1800"/>
              <a:buChar char="▪"/>
            </a:pPr>
            <a:r>
              <a:rPr lang="fr-FR" sz="1800"/>
              <a:t>Cosine and Euclidean distance</a:t>
            </a:r>
            <a:endParaRPr lang="fr-FR" sz="1800"/>
          </a:p>
          <a:p>
            <a:pPr marL="393700" lvl="0" indent="-304800" algn="l" rtl="0">
              <a:lnSpc>
                <a:spcPct val="90000"/>
              </a:lnSpc>
              <a:spcBef>
                <a:spcPts val="200"/>
              </a:spcBef>
              <a:spcAft>
                <a:spcPts val="0"/>
              </a:spcAft>
              <a:buSzPts val="1800"/>
              <a:buChar char="▪"/>
            </a:pPr>
            <a:r>
              <a:rPr lang="fr-FR" sz="1800"/>
              <a:t>Semantic search</a:t>
            </a:r>
            <a:endParaRPr lang="fr-FR" sz="18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385" name="Shape 385"/>
        <p:cNvGrpSpPr/>
        <p:nvPr/>
      </p:nvGrpSpPr>
      <p:grpSpPr>
        <a:xfrm>
          <a:off x="0" y="0"/>
          <a:ext cx="0" cy="0"/>
          <a:chOff x="0" y="0"/>
          <a:chExt cx="0" cy="0"/>
        </a:xfrm>
      </p:grpSpPr>
      <p:pic>
        <p:nvPicPr>
          <p:cNvPr id="2" name="图片 1" descr="glove_pca"/>
          <p:cNvPicPr>
            <a:picLocks noChangeAspect="1"/>
          </p:cNvPicPr>
          <p:nvPr/>
        </p:nvPicPr>
        <p:blipFill>
          <a:blip r:embed="rId1"/>
          <a:stretch>
            <a:fillRect/>
          </a:stretch>
        </p:blipFill>
        <p:spPr>
          <a:xfrm>
            <a:off x="5744845" y="3007995"/>
            <a:ext cx="2045335" cy="1636395"/>
          </a:xfrm>
          <a:prstGeom prst="rect">
            <a:avLst/>
          </a:prstGeom>
        </p:spPr>
      </p:pic>
      <p:sp>
        <p:nvSpPr>
          <p:cNvPr id="386" name="Google Shape;386;p47"/>
          <p:cNvSpPr txBox="1"/>
          <p:nvPr>
            <p:ph type="title"/>
          </p:nvPr>
        </p:nvSpPr>
        <p:spPr>
          <a:xfrm>
            <a:off x="417634" y="166688"/>
            <a:ext cx="8308800" cy="515400"/>
          </a:xfrm>
          <a:prstGeom prst="rect">
            <a:avLst/>
          </a:prstGeom>
          <a:noFill/>
          <a:ln>
            <a:noFill/>
          </a:ln>
        </p:spPr>
        <p:txBody>
          <a:bodyPr spcFirstLastPara="1" wrap="square" lIns="0" tIns="38475" rIns="15575" bIns="15575" anchor="b" anchorCtr="0">
            <a:noAutofit/>
          </a:bodyPr>
          <a:lstStyle/>
          <a:p>
            <a:pPr marL="0" lvl="0" indent="0" algn="l" rtl="0">
              <a:lnSpc>
                <a:spcPct val="90000"/>
              </a:lnSpc>
              <a:spcBef>
                <a:spcPts val="0"/>
              </a:spcBef>
              <a:spcAft>
                <a:spcPts val="0"/>
              </a:spcAft>
              <a:buSzPts val="2400"/>
              <a:buNone/>
            </a:pPr>
            <a:r>
              <a:rPr lang="fr-FR"/>
              <a:t>Word2Vec and GloVe</a:t>
            </a:r>
            <a:endParaRPr lang="fr-FR"/>
          </a:p>
        </p:txBody>
      </p:sp>
      <p:sp>
        <p:nvSpPr>
          <p:cNvPr id="387" name="Google Shape;387;p47"/>
          <p:cNvSpPr txBox="1"/>
          <p:nvPr>
            <p:ph type="body" idx="1"/>
          </p:nvPr>
        </p:nvSpPr>
        <p:spPr>
          <a:xfrm>
            <a:off x="325550" y="819970"/>
            <a:ext cx="8308800" cy="3300000"/>
          </a:xfrm>
          <a:prstGeom prst="rect">
            <a:avLst/>
          </a:prstGeom>
          <a:noFill/>
          <a:ln>
            <a:noFill/>
          </a:ln>
        </p:spPr>
        <p:txBody>
          <a:bodyPr spcFirstLastPara="1" wrap="square" lIns="62300" tIns="38475" rIns="31150" bIns="38475" anchor="t" anchorCtr="0">
            <a:noAutofit/>
          </a:bodyPr>
          <a:lstStyle/>
          <a:p>
            <a:pPr marL="139700" lvl="0" indent="0" algn="l" rtl="0">
              <a:lnSpc>
                <a:spcPct val="90000"/>
              </a:lnSpc>
              <a:spcBef>
                <a:spcPts val="1000"/>
              </a:spcBef>
              <a:spcAft>
                <a:spcPts val="0"/>
              </a:spcAft>
              <a:buSzPts val="1400"/>
              <a:buNone/>
            </a:pPr>
            <a:r>
              <a:rPr lang="fr-FR"/>
              <a:t>Word2Vec (trained on corpus):</a:t>
            </a:r>
            <a:endParaRPr lang="fr-FR"/>
          </a:p>
          <a:p>
            <a:pPr marL="609600" lvl="1" indent="0" algn="l" rtl="0">
              <a:lnSpc>
                <a:spcPct val="90000"/>
              </a:lnSpc>
              <a:spcBef>
                <a:spcPts val="0"/>
              </a:spcBef>
              <a:spcAft>
                <a:spcPts val="0"/>
              </a:spcAft>
              <a:buSzPts val="1200"/>
              <a:buNone/>
            </a:pPr>
            <a:r>
              <a:rPr lang="fr-FR"/>
              <a:t>vector_size=100, window=5, min_count=2, epochs=10</a:t>
            </a:r>
            <a:endParaRPr lang="fr-FR"/>
          </a:p>
          <a:p>
            <a:pPr marL="609600" lvl="1" indent="0" algn="l" rtl="0">
              <a:lnSpc>
                <a:spcPct val="90000"/>
              </a:lnSpc>
              <a:spcBef>
                <a:spcPts val="0"/>
              </a:spcBef>
              <a:spcAft>
                <a:spcPts val="0"/>
              </a:spcAft>
              <a:buSzPts val="1200"/>
              <a:buNone/>
            </a:pPr>
            <a:r>
              <a:rPr lang="fr-FR"/>
              <a:t>Vocabulary: 16,096 words</a:t>
            </a:r>
            <a:endParaRPr lang="fr-FR"/>
          </a:p>
          <a:p>
            <a:pPr marL="609600" lvl="1" indent="0" algn="l" rtl="0">
              <a:lnSpc>
                <a:spcPct val="90000"/>
              </a:lnSpc>
              <a:spcBef>
                <a:spcPts val="0"/>
              </a:spcBef>
              <a:spcAft>
                <a:spcPts val="0"/>
              </a:spcAft>
              <a:buSzPts val="1200"/>
              <a:buNone/>
            </a:pPr>
            <a:r>
              <a:rPr lang="fr-FR"/>
              <a:t>prix↔tarif: cosine 0.87 | sinistre↔accident: cosine 0.75</a:t>
            </a:r>
            <a:endParaRPr lang="fr-FR"/>
          </a:p>
          <a:p>
            <a:pPr marL="609600" lvl="1" indent="0" algn="l" rtl="0">
              <a:lnSpc>
                <a:spcPct val="90000"/>
              </a:lnSpc>
              <a:spcBef>
                <a:spcPts val="0"/>
              </a:spcBef>
              <a:spcAft>
                <a:spcPts val="0"/>
              </a:spcAft>
              <a:buSzPts val="1200"/>
              <a:buNone/>
            </a:pPr>
            <a:r>
              <a:rPr lang="fr-FR"/>
              <a:t>Euclidean: prix↔tarif = 6.97 | sinistre↔accident = 10.4</a:t>
            </a:r>
            <a:endParaRPr lang="fr-FR"/>
          </a:p>
          <a:p>
            <a:pPr marL="914400" lvl="1" indent="-304800" algn="l" rtl="0">
              <a:lnSpc>
                <a:spcPct val="90000"/>
              </a:lnSpc>
              <a:spcBef>
                <a:spcPts val="0"/>
              </a:spcBef>
              <a:spcAft>
                <a:spcPts val="0"/>
              </a:spcAft>
              <a:buSzPts val="1200"/>
              <a:buChar char="–"/>
            </a:pPr>
            <a:endParaRPr lang="fr-FR"/>
          </a:p>
          <a:p>
            <a:pPr marL="139700" lvl="0" indent="0" algn="l" rtl="0">
              <a:lnSpc>
                <a:spcPct val="90000"/>
              </a:lnSpc>
              <a:spcBef>
                <a:spcPts val="0"/>
              </a:spcBef>
              <a:spcAft>
                <a:spcPts val="0"/>
              </a:spcAft>
              <a:buSzPts val="1400"/>
              <a:buNone/>
            </a:pPr>
            <a:r>
              <a:rPr lang="fr-FR"/>
              <a:t>GloVe</a:t>
            </a:r>
            <a:endParaRPr lang="fr-FR"/>
          </a:p>
          <a:p>
            <a:pPr marL="609600" lvl="1" indent="0" algn="l" rtl="0">
              <a:lnSpc>
                <a:spcPct val="90000"/>
              </a:lnSpc>
              <a:spcBef>
                <a:spcPts val="0"/>
              </a:spcBef>
              <a:spcAft>
                <a:spcPts val="0"/>
              </a:spcAft>
              <a:buSzPts val="1200"/>
              <a:buNone/>
            </a:pPr>
            <a:r>
              <a:rPr lang="fr-FR"/>
              <a:t>insurance↔insurer: 0.81 | accident↔crash: 0.87</a:t>
            </a:r>
            <a:endParaRPr lang="fr-FR"/>
          </a:p>
          <a:p>
            <a:pPr marL="139700" lvl="0" indent="0" algn="l" rtl="0">
              <a:lnSpc>
                <a:spcPct val="90000"/>
              </a:lnSpc>
              <a:spcBef>
                <a:spcPts val="0"/>
              </a:spcBef>
              <a:spcAft>
                <a:spcPts val="0"/>
              </a:spcAft>
              <a:buSzPts val="1400"/>
              <a:buNone/>
            </a:pPr>
            <a:r>
              <a:rPr lang="en-US" altLang="fr-FR"/>
              <a:t>V</a:t>
            </a:r>
            <a:r>
              <a:rPr lang="fr-FR"/>
              <a:t>isualization: </a:t>
            </a:r>
            <a:endParaRPr lang="fr-FR"/>
          </a:p>
          <a:p>
            <a:pPr marL="139700" lvl="0" indent="457200" algn="l" rtl="0">
              <a:lnSpc>
                <a:spcPct val="90000"/>
              </a:lnSpc>
              <a:spcBef>
                <a:spcPts val="0"/>
              </a:spcBef>
              <a:spcAft>
                <a:spcPts val="0"/>
              </a:spcAft>
              <a:buSzPts val="1400"/>
              <a:buNone/>
            </a:pPr>
            <a:r>
              <a:rPr lang="fr-FR" sz="1200" b="0">
                <a:solidFill>
                  <a:srgbClr val="746457"/>
                </a:solidFill>
              </a:rPr>
              <a:t>PCA 2D (Matplotlib) + TensorBoard Projector (500 words, 3D)</a:t>
            </a:r>
            <a:endParaRPr lang="fr-FR" sz="1200" b="0">
              <a:solidFill>
                <a:srgbClr val="746457"/>
              </a:solidFill>
            </a:endParaRPr>
          </a:p>
          <a:p>
            <a:pPr marL="139700" lvl="0" indent="0" algn="l" rtl="0">
              <a:lnSpc>
                <a:spcPct val="90000"/>
              </a:lnSpc>
              <a:spcBef>
                <a:spcPts val="0"/>
              </a:spcBef>
              <a:spcAft>
                <a:spcPts val="0"/>
              </a:spcAft>
              <a:buSzPts val="1400"/>
              <a:buNone/>
            </a:pPr>
            <a:r>
              <a:rPr lang="fr-FR"/>
              <a:t>Semantic search: </a:t>
            </a:r>
            <a:endParaRPr lang="fr-FR"/>
          </a:p>
          <a:p>
            <a:pPr marL="139700" lvl="0" indent="457200" algn="l" rtl="0">
              <a:lnSpc>
                <a:spcPct val="90000"/>
              </a:lnSpc>
              <a:spcBef>
                <a:spcPts val="0"/>
              </a:spcBef>
              <a:spcAft>
                <a:spcPts val="0"/>
              </a:spcAft>
              <a:buSzPts val="1400"/>
              <a:buNone/>
            </a:pPr>
            <a:r>
              <a:rPr lang="fr-FR" sz="1200" b="0">
                <a:solidFill>
                  <a:srgbClr val="746457"/>
                </a:solidFill>
              </a:rPr>
              <a:t>input query → find top-5 most similar reviews by cosine similaritytest impact on the score. This would be a </a:t>
            </a:r>
            <a:r>
              <a:rPr lang="en-US" altLang="fr-FR" sz="1200" b="0">
                <a:solidFill>
                  <a:srgbClr val="746457"/>
                </a:solidFill>
              </a:rPr>
              <a:t>     c</a:t>
            </a:r>
            <a:r>
              <a:rPr lang="fr-FR" sz="1200" b="0">
                <a:solidFill>
                  <a:srgbClr val="746457"/>
                </a:solidFill>
              </a:rPr>
              <a:t>lassic machine learning approach.</a:t>
            </a:r>
            <a:endParaRPr lang="fr-FR" sz="1200" b="0">
              <a:solidFill>
                <a:srgbClr val="746457"/>
              </a:solidFill>
            </a:endParaRPr>
          </a:p>
        </p:txBody>
      </p:sp>
      <p:pic>
        <p:nvPicPr>
          <p:cNvPr id="1" name="图片 0" descr="w2v_pca"/>
          <p:cNvPicPr>
            <a:picLocks noChangeAspect="1"/>
          </p:cNvPicPr>
          <p:nvPr/>
        </p:nvPicPr>
        <p:blipFill>
          <a:blip r:embed="rId2"/>
          <a:stretch>
            <a:fillRect/>
          </a:stretch>
        </p:blipFill>
        <p:spPr>
          <a:xfrm>
            <a:off x="2996565" y="3007995"/>
            <a:ext cx="2054860" cy="1644015"/>
          </a:xfrm>
          <a:prstGeom prst="rect">
            <a:avLst/>
          </a:prstGeom>
        </p:spPr>
      </p:pic>
      <p:pic>
        <p:nvPicPr>
          <p:cNvPr id="3" name="图片 2" descr="Tensorboard_6006"/>
          <p:cNvPicPr>
            <a:picLocks noChangeAspect="1"/>
          </p:cNvPicPr>
          <p:nvPr/>
        </p:nvPicPr>
        <p:blipFill>
          <a:blip r:embed="rId3"/>
          <a:srcRect l="1381" t="7123" r="17508" b="6333"/>
          <a:stretch>
            <a:fillRect/>
          </a:stretch>
        </p:blipFill>
        <p:spPr>
          <a:xfrm>
            <a:off x="5533390" y="512445"/>
            <a:ext cx="3088640" cy="205930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551" name="Shape 551"/>
        <p:cNvGrpSpPr/>
        <p:nvPr/>
      </p:nvGrpSpPr>
      <p:grpSpPr>
        <a:xfrm>
          <a:off x="0" y="0"/>
          <a:ext cx="0" cy="0"/>
          <a:chOff x="0" y="0"/>
          <a:chExt cx="0" cy="0"/>
        </a:xfrm>
      </p:grpSpPr>
      <p:sp>
        <p:nvSpPr>
          <p:cNvPr id="552" name="Google Shape;552;p63"/>
          <p:cNvSpPr txBox="1"/>
          <p:nvPr>
            <p:ph type="body" idx="1"/>
          </p:nvPr>
        </p:nvSpPr>
        <p:spPr>
          <a:xfrm>
            <a:off x="185052" y="681540"/>
            <a:ext cx="1263000" cy="1001400"/>
          </a:xfrm>
          <a:prstGeom prst="rect">
            <a:avLst/>
          </a:prstGeom>
        </p:spPr>
        <p:txBody>
          <a:bodyPr spcFirstLastPara="1" wrap="square" lIns="0" tIns="0" rIns="0" bIns="0" anchor="ctr" anchorCtr="0">
            <a:noAutofit/>
          </a:bodyPr>
          <a:lstStyle/>
          <a:p>
            <a:pPr marL="0" lvl="0" indent="0" algn="r" rtl="0">
              <a:spcBef>
                <a:spcPts val="200"/>
              </a:spcBef>
              <a:spcAft>
                <a:spcPts val="0"/>
              </a:spcAft>
              <a:buNone/>
            </a:pPr>
            <a:r>
              <a:rPr lang="fr-FR"/>
              <a:t>4</a:t>
            </a:r>
            <a:endParaRPr lang="fr-FR"/>
          </a:p>
        </p:txBody>
      </p:sp>
      <p:sp>
        <p:nvSpPr>
          <p:cNvPr id="553" name="Google Shape;553;p63"/>
          <p:cNvSpPr txBox="1"/>
          <p:nvPr>
            <p:ph type="body" idx="2"/>
          </p:nvPr>
        </p:nvSpPr>
        <p:spPr>
          <a:xfrm>
            <a:off x="1963282" y="742244"/>
            <a:ext cx="6995700" cy="880200"/>
          </a:xfrm>
          <a:prstGeom prst="rect">
            <a:avLst/>
          </a:prstGeom>
        </p:spPr>
        <p:txBody>
          <a:bodyPr spcFirstLastPara="1" wrap="square" lIns="62300" tIns="38475" rIns="31150" bIns="0" anchor="b" anchorCtr="0">
            <a:noAutofit/>
          </a:bodyPr>
          <a:lstStyle/>
          <a:p>
            <a:pPr marL="0" lvl="0" indent="0" algn="l" rtl="0">
              <a:spcBef>
                <a:spcPts val="200"/>
              </a:spcBef>
              <a:spcAft>
                <a:spcPts val="0"/>
              </a:spcAft>
              <a:buNone/>
            </a:pPr>
            <a:r>
              <a:rPr lang="fr-FR"/>
              <a:t>Supervised learning</a:t>
            </a:r>
            <a:endParaRPr lang="fr-FR"/>
          </a:p>
        </p:txBody>
      </p:sp>
      <p:sp>
        <p:nvSpPr>
          <p:cNvPr id="298" name="Google Shape;298;p44"/>
          <p:cNvSpPr txBox="1"/>
          <p:nvPr>
            <p:custDataLst>
              <p:tags r:id="rId1"/>
            </p:custDataLst>
          </p:nvPr>
        </p:nvSpPr>
        <p:spPr>
          <a:xfrm>
            <a:off x="2099173" y="2075198"/>
            <a:ext cx="6723300" cy="2565300"/>
          </a:xfrm>
          <a:prstGeom prst="rect">
            <a:avLst/>
          </a:prstGeom>
          <a:noFill/>
          <a:ln>
            <a:noFill/>
          </a:ln>
        </p:spPr>
        <p:txBody>
          <a:bodyPr wrap="square" lIns="62300" tIns="38475" rIns="31150" bIns="38475" anchor="t" anchorCtr="0">
            <a:noAutofit/>
          </a:bodyPr>
          <a:lstStyle>
            <a:defPPr marR="0" lvl="0" algn="l" rtl="0">
              <a:lnSpc>
                <a:spcPct val="100000"/>
              </a:lnSpc>
              <a:spcBef>
                <a:spcPts val="0"/>
              </a:spcBef>
              <a:spcAft>
                <a:spcPts val="0"/>
              </a:spcAft>
            </a:defPPr>
            <a:lvl1pPr marL="457200" marR="0" lvl="0" indent="-317500" algn="l" rtl="0">
              <a:lnSpc>
                <a:spcPct val="90000"/>
              </a:lnSpc>
              <a:spcBef>
                <a:spcPts val="200"/>
              </a:spcBef>
              <a:spcAft>
                <a:spcPts val="0"/>
              </a:spcAft>
              <a:buClr>
                <a:schemeClr val="dk1"/>
              </a:buClr>
              <a:buSzPts val="1400"/>
              <a:buFont typeface="Noto Sans Symbols"/>
              <a:buChar char="▪"/>
              <a:defRPr sz="1400" b="1" i="0" u="none" strike="noStrike" cap="none">
                <a:solidFill>
                  <a:schemeClr val="dk1"/>
                </a:solidFill>
                <a:latin typeface="Calibri"/>
                <a:ea typeface="Calibri"/>
                <a:cs typeface="Calibri"/>
                <a:sym typeface="Calibri"/>
              </a:defRPr>
            </a:lvl1pPr>
            <a:lvl2pPr marL="914400" marR="0" lvl="1" indent="-304800" algn="l" rtl="0">
              <a:lnSpc>
                <a:spcPct val="90000"/>
              </a:lnSpc>
              <a:spcBef>
                <a:spcPts val="200"/>
              </a:spcBef>
              <a:spcAft>
                <a:spcPts val="0"/>
              </a:spcAft>
              <a:buClr>
                <a:srgbClr val="746457"/>
              </a:buClr>
              <a:buSzPts val="1200"/>
              <a:buFont typeface="Arial" panose="020B0704020202020204"/>
              <a:buChar char="–"/>
              <a:defRPr sz="1200" b="0" i="0" u="none" strike="noStrike" cap="none">
                <a:solidFill>
                  <a:srgbClr val="746457"/>
                </a:solidFill>
                <a:latin typeface="Calibri"/>
                <a:ea typeface="Calibri"/>
                <a:cs typeface="Calibri"/>
                <a:sym typeface="Calibri"/>
              </a:defRPr>
            </a:lvl2pPr>
            <a:lvl3pPr marL="1371600" marR="0" lvl="2" indent="-292100" algn="l" rtl="0">
              <a:lnSpc>
                <a:spcPct val="90000"/>
              </a:lnSpc>
              <a:spcBef>
                <a:spcPts val="200"/>
              </a:spcBef>
              <a:spcAft>
                <a:spcPts val="0"/>
              </a:spcAft>
              <a:buClr>
                <a:srgbClr val="746457"/>
              </a:buClr>
              <a:buSzPts val="1000"/>
              <a:buFont typeface="Courier New" panose="02070609020205020404"/>
              <a:buChar char="o"/>
              <a:defRPr sz="1000" b="0" i="0" u="none" strike="noStrike" cap="none">
                <a:solidFill>
                  <a:srgbClr val="746457"/>
                </a:solidFill>
                <a:latin typeface="Calibri"/>
                <a:ea typeface="Calibri"/>
                <a:cs typeface="Calibri"/>
                <a:sym typeface="Calibri"/>
              </a:defRPr>
            </a:lvl3pPr>
            <a:lvl4pPr marL="1828800" marR="0" lvl="3" indent="-292100" algn="l" rtl="0">
              <a:lnSpc>
                <a:spcPct val="90000"/>
              </a:lnSpc>
              <a:spcBef>
                <a:spcPts val="200"/>
              </a:spcBef>
              <a:spcAft>
                <a:spcPts val="0"/>
              </a:spcAft>
              <a:buClr>
                <a:srgbClr val="746457"/>
              </a:buClr>
              <a:buSzPts val="1000"/>
              <a:buFont typeface="Arial" panose="020B0704020202020204"/>
              <a:buChar char="-"/>
              <a:defRPr sz="1000" b="0" i="0" u="none" strike="noStrike" cap="none">
                <a:solidFill>
                  <a:srgbClr val="746457"/>
                </a:solidFill>
                <a:latin typeface="Calibri"/>
                <a:ea typeface="Calibri"/>
                <a:cs typeface="Calibri"/>
                <a:sym typeface="Calibri"/>
              </a:defRPr>
            </a:lvl4pPr>
            <a:lvl5pPr marL="2286000" marR="0" lvl="4" indent="-292100" algn="l" rtl="0">
              <a:lnSpc>
                <a:spcPct val="90000"/>
              </a:lnSpc>
              <a:spcBef>
                <a:spcPts val="200"/>
              </a:spcBef>
              <a:spcAft>
                <a:spcPts val="0"/>
              </a:spcAft>
              <a:buClr>
                <a:srgbClr val="746457"/>
              </a:buClr>
              <a:buSzPts val="1000"/>
              <a:buFont typeface="Calibri"/>
              <a:buChar char="•"/>
              <a:defRPr sz="1000" b="0" i="0" u="none" strike="noStrike" cap="none">
                <a:solidFill>
                  <a:srgbClr val="746457"/>
                </a:solidFill>
                <a:latin typeface="Calibri"/>
                <a:ea typeface="Calibri"/>
                <a:cs typeface="Calibri"/>
                <a:sym typeface="Calibri"/>
              </a:defRPr>
            </a:lvl5pPr>
            <a:lvl6pPr marL="2743200" marR="0" lvl="5" indent="-336550" algn="l" rtl="0">
              <a:lnSpc>
                <a:spcPct val="100000"/>
              </a:lnSpc>
              <a:spcBef>
                <a:spcPts val="300"/>
              </a:spcBef>
              <a:spcAft>
                <a:spcPts val="0"/>
              </a:spcAft>
              <a:buClr>
                <a:srgbClr val="808080"/>
              </a:buClr>
              <a:buSzPts val="1700"/>
              <a:buFont typeface="Calibri"/>
              <a:buChar char="•"/>
              <a:defRPr sz="1700" b="0" i="0" u="none" strike="noStrike" cap="none">
                <a:solidFill>
                  <a:srgbClr val="808080"/>
                </a:solidFill>
                <a:latin typeface="Calibri"/>
                <a:ea typeface="Calibri"/>
                <a:cs typeface="Calibri"/>
                <a:sym typeface="Calibri"/>
              </a:defRPr>
            </a:lvl6pPr>
            <a:lvl7pPr marL="3200400" marR="0" lvl="6" indent="-336550" algn="l" rtl="0">
              <a:lnSpc>
                <a:spcPct val="100000"/>
              </a:lnSpc>
              <a:spcBef>
                <a:spcPts val="300"/>
              </a:spcBef>
              <a:spcAft>
                <a:spcPts val="0"/>
              </a:spcAft>
              <a:buClr>
                <a:srgbClr val="808080"/>
              </a:buClr>
              <a:buSzPts val="1700"/>
              <a:buFont typeface="Calibri"/>
              <a:buChar char="•"/>
              <a:defRPr sz="1700" b="0" i="0" u="none" strike="noStrike" cap="none">
                <a:solidFill>
                  <a:srgbClr val="808080"/>
                </a:solidFill>
                <a:latin typeface="Calibri"/>
                <a:ea typeface="Calibri"/>
                <a:cs typeface="Calibri"/>
                <a:sym typeface="Calibri"/>
              </a:defRPr>
            </a:lvl7pPr>
            <a:lvl8pPr marL="3657600" marR="0" lvl="7" indent="-336550" algn="l" rtl="0">
              <a:lnSpc>
                <a:spcPct val="100000"/>
              </a:lnSpc>
              <a:spcBef>
                <a:spcPts val="300"/>
              </a:spcBef>
              <a:spcAft>
                <a:spcPts val="0"/>
              </a:spcAft>
              <a:buClr>
                <a:srgbClr val="808080"/>
              </a:buClr>
              <a:buSzPts val="1700"/>
              <a:buFont typeface="Calibri"/>
              <a:buChar char="•"/>
              <a:defRPr sz="1700" b="0" i="0" u="none" strike="noStrike" cap="none">
                <a:solidFill>
                  <a:srgbClr val="808080"/>
                </a:solidFill>
                <a:latin typeface="Calibri"/>
                <a:ea typeface="Calibri"/>
                <a:cs typeface="Calibri"/>
                <a:sym typeface="Calibri"/>
              </a:defRPr>
            </a:lvl8pPr>
            <a:lvl9pPr marL="4114800" marR="0" lvl="8" indent="-336550" algn="l" rtl="0">
              <a:lnSpc>
                <a:spcPct val="100000"/>
              </a:lnSpc>
              <a:spcBef>
                <a:spcPts val="300"/>
              </a:spcBef>
              <a:spcAft>
                <a:spcPts val="0"/>
              </a:spcAft>
              <a:buClr>
                <a:srgbClr val="808080"/>
              </a:buClr>
              <a:buSzPts val="1700"/>
              <a:buFont typeface="Calibri"/>
              <a:buChar char="•"/>
              <a:defRPr sz="1700" b="0" i="0" u="none" strike="noStrike" cap="none">
                <a:solidFill>
                  <a:srgbClr val="808080"/>
                </a:solidFill>
                <a:latin typeface="Calibri"/>
                <a:ea typeface="Calibri"/>
                <a:cs typeface="Calibri"/>
                <a:sym typeface="Calibri"/>
              </a:defRPr>
            </a:lvl9pPr>
          </a:lstStyle>
          <a:p>
            <a:pPr marL="393700" lvl="0" indent="-304800" algn="l" rtl="0">
              <a:lnSpc>
                <a:spcPct val="90000"/>
              </a:lnSpc>
              <a:spcBef>
                <a:spcPts val="200"/>
              </a:spcBef>
              <a:spcAft>
                <a:spcPts val="0"/>
              </a:spcAft>
              <a:buSzPts val="1800"/>
              <a:buChar char="▪"/>
            </a:pPr>
            <a:r>
              <a:rPr sz="1800">
                <a:sym typeface="+mn-ea"/>
              </a:rPr>
              <a:t>Star rating prediction (5-class)</a:t>
            </a:r>
            <a:endParaRPr sz="1800">
              <a:sym typeface="+mn-ea"/>
            </a:endParaRPr>
          </a:p>
          <a:p>
            <a:pPr marL="393700" lvl="0" indent="-304800" algn="l" rtl="0">
              <a:lnSpc>
                <a:spcPct val="90000"/>
              </a:lnSpc>
              <a:spcBef>
                <a:spcPts val="200"/>
              </a:spcBef>
              <a:spcAft>
                <a:spcPts val="0"/>
              </a:spcAft>
              <a:buSzPts val="1800"/>
              <a:buChar char="▪"/>
            </a:pPr>
            <a:r>
              <a:rPr sz="1800">
                <a:sym typeface="+mn-ea"/>
              </a:rPr>
              <a:t>Sentiment analysis (3-class)</a:t>
            </a:r>
            <a:endParaRPr sz="1800">
              <a:sym typeface="+mn-ea"/>
            </a:endParaRPr>
          </a:p>
          <a:p>
            <a:pPr marL="393700" lvl="0" indent="-304800" algn="l" rtl="0">
              <a:lnSpc>
                <a:spcPct val="90000"/>
              </a:lnSpc>
              <a:spcBef>
                <a:spcPts val="200"/>
              </a:spcBef>
              <a:spcAft>
                <a:spcPts val="0"/>
              </a:spcAft>
              <a:buSzPts val="1800"/>
              <a:buChar char="▪"/>
            </a:pPr>
            <a:r>
              <a:rPr sz="1800">
                <a:sym typeface="+mn-ea"/>
              </a:rPr>
              <a:t>TF-IDF, Embedding, CNN, LLM</a:t>
            </a:r>
            <a:endParaRPr sz="1800">
              <a:sym typeface="+mn-ea"/>
            </a:endParaRPr>
          </a:p>
          <a:p>
            <a:pPr marL="393700" lvl="0" indent="-304800" algn="l" rtl="0">
              <a:lnSpc>
                <a:spcPct val="90000"/>
              </a:lnSpc>
              <a:spcBef>
                <a:spcPts val="200"/>
              </a:spcBef>
              <a:spcAft>
                <a:spcPts val="0"/>
              </a:spcAft>
              <a:buSzPts val="1800"/>
              <a:buChar char="▪"/>
            </a:pPr>
            <a:r>
              <a:rPr sz="1800">
                <a:sym typeface="+mn-ea"/>
              </a:rPr>
              <a:t>Model comparison</a:t>
            </a:r>
            <a:endParaRPr sz="1800">
              <a:sym typeface="+mn-ea"/>
            </a:endParaRPr>
          </a:p>
          <a:p>
            <a:pPr marL="393700" lvl="0" indent="-304800" algn="l" rtl="0">
              <a:lnSpc>
                <a:spcPct val="90000"/>
              </a:lnSpc>
              <a:spcBef>
                <a:spcPts val="200"/>
              </a:spcBef>
              <a:spcAft>
                <a:spcPts val="0"/>
              </a:spcAft>
              <a:buSzPts val="1800"/>
              <a:buChar char="▪"/>
            </a:pPr>
            <a:endParaRPr lang="fr-FR" sz="18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574" name="Shape 574"/>
        <p:cNvGrpSpPr/>
        <p:nvPr/>
      </p:nvGrpSpPr>
      <p:grpSpPr>
        <a:xfrm>
          <a:off x="0" y="0"/>
          <a:ext cx="0" cy="0"/>
          <a:chOff x="0" y="0"/>
          <a:chExt cx="0" cy="0"/>
        </a:xfrm>
      </p:grpSpPr>
      <p:sp>
        <p:nvSpPr>
          <p:cNvPr id="575" name="Google Shape;575;p66"/>
          <p:cNvSpPr txBox="1"/>
          <p:nvPr>
            <p:ph type="title"/>
          </p:nvPr>
        </p:nvSpPr>
        <p:spPr>
          <a:xfrm>
            <a:off x="417634" y="166688"/>
            <a:ext cx="8308800" cy="515400"/>
          </a:xfrm>
          <a:prstGeom prst="rect">
            <a:avLst/>
          </a:prstGeom>
          <a:noFill/>
          <a:ln>
            <a:noFill/>
          </a:ln>
        </p:spPr>
        <p:txBody>
          <a:bodyPr spcFirstLastPara="1" wrap="square" lIns="0" tIns="38475" rIns="15575" bIns="15575" anchor="b" anchorCtr="0">
            <a:noAutofit/>
          </a:bodyPr>
          <a:lstStyle/>
          <a:p>
            <a:pPr marL="0" lvl="0" indent="0" algn="l" rtl="0">
              <a:lnSpc>
                <a:spcPct val="90000"/>
              </a:lnSpc>
              <a:spcBef>
                <a:spcPts val="0"/>
              </a:spcBef>
              <a:spcAft>
                <a:spcPts val="0"/>
              </a:spcAft>
              <a:buSzPts val="2400"/>
              <a:buNone/>
            </a:pPr>
            <a:r>
              <a:rPr lang="fr-FR"/>
              <a:t>Supervised Learning - Star Rating Prediction</a:t>
            </a:r>
            <a:endParaRPr lang="fr-FR"/>
          </a:p>
        </p:txBody>
      </p:sp>
      <p:sp>
        <p:nvSpPr>
          <p:cNvPr id="576" name="Google Shape;576;p66"/>
          <p:cNvSpPr txBox="1"/>
          <p:nvPr>
            <p:ph type="body" idx="1"/>
          </p:nvPr>
        </p:nvSpPr>
        <p:spPr>
          <a:xfrm>
            <a:off x="417634" y="1087041"/>
            <a:ext cx="8308800" cy="3206400"/>
          </a:xfrm>
          <a:prstGeom prst="rect">
            <a:avLst/>
          </a:prstGeom>
          <a:noFill/>
          <a:ln>
            <a:noFill/>
          </a:ln>
        </p:spPr>
        <p:txBody>
          <a:bodyPr spcFirstLastPara="1" wrap="square" lIns="62300" tIns="38475" rIns="31150" bIns="38475" anchor="t" anchorCtr="0">
            <a:noAutofit/>
          </a:bodyPr>
          <a:lstStyle/>
          <a:p>
            <a:pPr marL="0" lvl="0" indent="0" algn="l" rtl="0">
              <a:lnSpc>
                <a:spcPct val="90000"/>
              </a:lnSpc>
              <a:spcBef>
                <a:spcPts val="1000"/>
              </a:spcBef>
              <a:spcAft>
                <a:spcPts val="0"/>
              </a:spcAft>
              <a:buSzPts val="1400"/>
              <a:buNone/>
            </a:pPr>
            <a:r>
              <a:rPr lang="fr-FR"/>
              <a:t>Task: predict 1-5 stars from French review text</a:t>
            </a:r>
            <a:endParaRPr lang="fr-FR"/>
          </a:p>
          <a:p>
            <a:pPr marL="0" lvl="0" indent="0" algn="l" rtl="0">
              <a:lnSpc>
                <a:spcPct val="90000"/>
              </a:lnSpc>
              <a:spcBef>
                <a:spcPts val="1000"/>
              </a:spcBef>
              <a:spcAft>
                <a:spcPts val="0"/>
              </a:spcAft>
              <a:buSzPts val="1400"/>
              <a:buNone/>
            </a:pPr>
            <a:r>
              <a:rPr lang="fr-FR"/>
              <a:t>Train/test split: 80/20 → 19,283 train / 4,821 test</a:t>
            </a:r>
            <a:endParaRPr lang="fr-FR"/>
          </a:p>
          <a:p>
            <a:pPr marL="0" lvl="0" indent="0" algn="l" rtl="0">
              <a:lnSpc>
                <a:spcPct val="90000"/>
              </a:lnSpc>
              <a:spcBef>
                <a:spcPts val="1000"/>
              </a:spcBef>
              <a:spcAft>
                <a:spcPts val="0"/>
              </a:spcAft>
              <a:buSzPts val="1400"/>
              <a:buNone/>
            </a:pPr>
            <a:r>
              <a:rPr lang="fr-FR"/>
              <a:t>6 models trained and compared:</a:t>
            </a:r>
            <a:endParaRPr lang="fr-FR"/>
          </a:p>
          <a:p>
            <a:pPr marL="0" lvl="0" indent="0" algn="l" rtl="0">
              <a:lnSpc>
                <a:spcPct val="90000"/>
              </a:lnSpc>
              <a:spcBef>
                <a:spcPts val="1000"/>
              </a:spcBef>
              <a:spcAft>
                <a:spcPts val="0"/>
              </a:spcAft>
              <a:buSzPts val="1400"/>
              <a:buNone/>
            </a:pPr>
            <a:endParaRPr lang="fr-FR"/>
          </a:p>
          <a:p>
            <a:pPr marL="0" lvl="0" indent="0" algn="l" rtl="0">
              <a:lnSpc>
                <a:spcPct val="90000"/>
              </a:lnSpc>
              <a:spcBef>
                <a:spcPts val="1000"/>
              </a:spcBef>
              <a:spcAft>
                <a:spcPts val="0"/>
              </a:spcAft>
              <a:buSzPts val="1400"/>
              <a:buNone/>
            </a:pPr>
            <a:endParaRPr lang="fr-FR"/>
          </a:p>
          <a:p>
            <a:pPr marL="0" lvl="0" indent="0" algn="l" rtl="0">
              <a:lnSpc>
                <a:spcPct val="90000"/>
              </a:lnSpc>
              <a:spcBef>
                <a:spcPts val="1000"/>
              </a:spcBef>
              <a:spcAft>
                <a:spcPts val="0"/>
              </a:spcAft>
              <a:buSzPts val="1400"/>
              <a:buNone/>
            </a:pPr>
            <a:endParaRPr lang="fr-FR"/>
          </a:p>
          <a:p>
            <a:pPr marL="0" lvl="0" indent="0" algn="l" rtl="0">
              <a:lnSpc>
                <a:spcPct val="90000"/>
              </a:lnSpc>
              <a:spcBef>
                <a:spcPts val="1000"/>
              </a:spcBef>
              <a:spcAft>
                <a:spcPts val="0"/>
              </a:spcAft>
              <a:buSzPts val="1400"/>
              <a:buNone/>
            </a:pPr>
            <a:endParaRPr lang="fr-FR"/>
          </a:p>
          <a:p>
            <a:pPr marL="0" lvl="0" indent="0" algn="l" rtl="0">
              <a:lnSpc>
                <a:spcPct val="90000"/>
              </a:lnSpc>
              <a:spcBef>
                <a:spcPts val="1000"/>
              </a:spcBef>
              <a:spcAft>
                <a:spcPts val="0"/>
              </a:spcAft>
              <a:buSzPts val="1400"/>
              <a:buNone/>
            </a:pPr>
            <a:endParaRPr lang="fr-FR"/>
          </a:p>
          <a:p>
            <a:pPr marL="0" lvl="0" indent="0" algn="l" rtl="0">
              <a:lnSpc>
                <a:spcPct val="90000"/>
              </a:lnSpc>
              <a:spcBef>
                <a:spcPts val="1000"/>
              </a:spcBef>
              <a:spcAft>
                <a:spcPts val="0"/>
              </a:spcAft>
              <a:buSzPts val="1400"/>
              <a:buNone/>
            </a:pPr>
            <a:endParaRPr lang="fr-FR"/>
          </a:p>
          <a:p>
            <a:pPr marL="0" lvl="0" indent="0" algn="l" rtl="0">
              <a:lnSpc>
                <a:spcPct val="90000"/>
              </a:lnSpc>
              <a:spcBef>
                <a:spcPts val="1000"/>
              </a:spcBef>
              <a:spcAft>
                <a:spcPts val="0"/>
              </a:spcAft>
              <a:buSzPts val="1400"/>
              <a:buNone/>
            </a:pPr>
            <a:endParaRPr lang="fr-FR"/>
          </a:p>
          <a:p>
            <a:pPr marL="0" lvl="0" indent="0" algn="l" rtl="0">
              <a:lnSpc>
                <a:spcPct val="90000"/>
              </a:lnSpc>
              <a:spcBef>
                <a:spcPts val="1000"/>
              </a:spcBef>
              <a:spcAft>
                <a:spcPts val="0"/>
              </a:spcAft>
              <a:buSzPts val="1400"/>
              <a:buNone/>
            </a:pPr>
            <a:r>
              <a:rPr lang="fr-FR"/>
              <a:t>Also tested: zero-shot LLM (facebook/bart-large-mnli)</a:t>
            </a:r>
            <a:endParaRPr lang="fr-FR"/>
          </a:p>
          <a:p>
            <a:pPr marL="0" lvl="0" indent="0" algn="l" rtl="0">
              <a:lnSpc>
                <a:spcPct val="90000"/>
              </a:lnSpc>
              <a:spcBef>
                <a:spcPts val="1000"/>
              </a:spcBef>
              <a:spcAft>
                <a:spcPts val="0"/>
              </a:spcAft>
              <a:buSzPts val="1400"/>
              <a:buNone/>
            </a:pPr>
            <a:r>
              <a:rPr lang="fr-FR"/>
              <a:t>Best model: TF-IDF + LR — fast, interpretable, competitive</a:t>
            </a:r>
            <a:endParaRPr lang="fr-FR"/>
          </a:p>
        </p:txBody>
      </p:sp>
      <p:pic>
        <p:nvPicPr>
          <p:cNvPr id="2" name="图片 1" descr="model_comparison"/>
          <p:cNvPicPr>
            <a:picLocks noChangeAspect="1"/>
          </p:cNvPicPr>
          <p:nvPr/>
        </p:nvPicPr>
        <p:blipFill>
          <a:blip r:embed="rId1"/>
          <a:stretch>
            <a:fillRect/>
          </a:stretch>
        </p:blipFill>
        <p:spPr>
          <a:xfrm>
            <a:off x="1994535" y="2000250"/>
            <a:ext cx="4378960" cy="219011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567" name="Shape 567"/>
        <p:cNvGrpSpPr/>
        <p:nvPr/>
      </p:nvGrpSpPr>
      <p:grpSpPr>
        <a:xfrm>
          <a:off x="0" y="0"/>
          <a:ext cx="0" cy="0"/>
          <a:chOff x="0" y="0"/>
          <a:chExt cx="0" cy="0"/>
        </a:xfrm>
      </p:grpSpPr>
      <p:sp>
        <p:nvSpPr>
          <p:cNvPr id="568" name="Google Shape;568;p65"/>
          <p:cNvSpPr txBox="1"/>
          <p:nvPr>
            <p:ph type="body" idx="1"/>
          </p:nvPr>
        </p:nvSpPr>
        <p:spPr>
          <a:xfrm>
            <a:off x="-302456" y="927656"/>
            <a:ext cx="8308800" cy="3206400"/>
          </a:xfrm>
          <a:prstGeom prst="rect">
            <a:avLst/>
          </a:prstGeom>
          <a:noFill/>
          <a:ln>
            <a:noFill/>
          </a:ln>
        </p:spPr>
        <p:txBody>
          <a:bodyPr spcFirstLastPara="1" wrap="square" lIns="62300" tIns="38475" rIns="31150" bIns="38475" anchor="t" anchorCtr="0">
            <a:noAutofit/>
          </a:bodyPr>
          <a:lstStyle/>
          <a:p>
            <a:pPr marL="609600" lvl="1" indent="0" algn="l" rtl="0">
              <a:lnSpc>
                <a:spcPct val="90000"/>
              </a:lnSpc>
              <a:spcBef>
                <a:spcPts val="0"/>
              </a:spcBef>
              <a:spcAft>
                <a:spcPts val="0"/>
              </a:spcAft>
              <a:buSzPts val="1200"/>
              <a:buNone/>
            </a:pPr>
            <a:r>
              <a:rPr lang="en-US" altLang="fr-FR" sz="1400" b="1">
                <a:solidFill>
                  <a:schemeClr val="dk1"/>
                </a:solidFill>
              </a:rPr>
              <a:t>   </a:t>
            </a:r>
            <a:r>
              <a:rPr lang="fr-FR" sz="1400" b="1">
                <a:solidFill>
                  <a:schemeClr val="dk1"/>
                </a:solidFill>
              </a:rPr>
              <a:t>Sentiment analysis is a special case of supervised learning</a:t>
            </a:r>
            <a:endParaRPr lang="fr-FR" sz="1400" b="1">
              <a:solidFill>
                <a:schemeClr val="dk1"/>
              </a:solidFill>
            </a:endParaRPr>
          </a:p>
          <a:p>
            <a:pPr marL="609600" lvl="1" indent="0" algn="l" rtl="0">
              <a:lnSpc>
                <a:spcPct val="90000"/>
              </a:lnSpc>
              <a:spcBef>
                <a:spcPts val="0"/>
              </a:spcBef>
              <a:spcAft>
                <a:spcPts val="0"/>
              </a:spcAft>
              <a:buSzPts val="1200"/>
              <a:buNone/>
            </a:pPr>
            <a:r>
              <a:rPr lang="en-US" altLang="fr-FR" sz="1400" b="1">
                <a:solidFill>
                  <a:schemeClr val="dk1"/>
                </a:solidFill>
              </a:rPr>
              <a:t>   </a:t>
            </a:r>
            <a:r>
              <a:rPr lang="fr-FR" sz="1400" b="1">
                <a:solidFill>
                  <a:schemeClr val="dk1"/>
                </a:solidFill>
              </a:rPr>
              <a:t>Labels derived from star ratings:</a:t>
            </a:r>
            <a:endParaRPr lang="fr-FR" sz="1400" b="1">
              <a:solidFill>
                <a:schemeClr val="dk1"/>
              </a:solidFill>
            </a:endParaRPr>
          </a:p>
          <a:p>
            <a:pPr marL="914400" lvl="1" indent="-304800" algn="l" rtl="0">
              <a:lnSpc>
                <a:spcPct val="90000"/>
              </a:lnSpc>
              <a:spcBef>
                <a:spcPts val="0"/>
              </a:spcBef>
              <a:spcAft>
                <a:spcPts val="0"/>
              </a:spcAft>
              <a:buSzPts val="1200"/>
              <a:buChar char="-"/>
            </a:pPr>
            <a:endParaRPr lang="fr-FR"/>
          </a:p>
          <a:p>
            <a:pPr marL="609600" lvl="1" indent="457200" algn="l" rtl="0">
              <a:lnSpc>
                <a:spcPct val="90000"/>
              </a:lnSpc>
              <a:spcBef>
                <a:spcPts val="0"/>
              </a:spcBef>
              <a:spcAft>
                <a:spcPts val="0"/>
              </a:spcAft>
              <a:buSzPts val="1200"/>
              <a:buNone/>
            </a:pPr>
            <a:r>
              <a:rPr lang="fr-FR"/>
              <a:t>1-2★ → negative (10,987 reviews)</a:t>
            </a:r>
            <a:endParaRPr lang="fr-FR"/>
          </a:p>
          <a:p>
            <a:pPr marL="609600" lvl="1" indent="457200" algn="l" rtl="0">
              <a:lnSpc>
                <a:spcPct val="90000"/>
              </a:lnSpc>
              <a:spcBef>
                <a:spcPts val="0"/>
              </a:spcBef>
              <a:spcAft>
                <a:spcPts val="0"/>
              </a:spcAft>
              <a:buSzPts val="1200"/>
              <a:buNone/>
            </a:pPr>
            <a:r>
              <a:rPr lang="fr-FR"/>
              <a:t>3★ → neutral (3,382 reviews)</a:t>
            </a:r>
            <a:endParaRPr lang="fr-FR"/>
          </a:p>
          <a:p>
            <a:pPr marL="609600" lvl="1" indent="457200" algn="l" rtl="0">
              <a:lnSpc>
                <a:spcPct val="90000"/>
              </a:lnSpc>
              <a:spcBef>
                <a:spcPts val="0"/>
              </a:spcBef>
              <a:spcAft>
                <a:spcPts val="0"/>
              </a:spcAft>
              <a:buSzPts val="1200"/>
              <a:buNone/>
            </a:pPr>
            <a:r>
              <a:rPr lang="fr-FR"/>
              <a:t>4-5★ → positive (9,735 reviews)</a:t>
            </a:r>
            <a:endParaRPr lang="fr-FR"/>
          </a:p>
          <a:p>
            <a:pPr marL="914400" lvl="1" indent="-304800" algn="l" rtl="0">
              <a:lnSpc>
                <a:spcPct val="90000"/>
              </a:lnSpc>
              <a:spcBef>
                <a:spcPts val="0"/>
              </a:spcBef>
              <a:spcAft>
                <a:spcPts val="0"/>
              </a:spcAft>
              <a:buSzPts val="1200"/>
              <a:buChar char="-"/>
            </a:pPr>
            <a:endParaRPr lang="fr-FR"/>
          </a:p>
          <a:p>
            <a:pPr marL="304800" lvl="1" indent="457200" algn="l" rtl="0">
              <a:lnSpc>
                <a:spcPct val="90000"/>
              </a:lnSpc>
              <a:spcBef>
                <a:spcPts val="0"/>
              </a:spcBef>
              <a:spcAft>
                <a:spcPts val="0"/>
              </a:spcAft>
              <a:buSzPts val="1200"/>
              <a:buNone/>
            </a:pPr>
            <a:r>
              <a:rPr lang="fr-FR" sz="1400" b="1">
                <a:solidFill>
                  <a:schemeClr val="dk1"/>
                </a:solidFill>
              </a:rPr>
              <a:t>Model: TF-IDF + Logistic Regression</a:t>
            </a:r>
            <a:endParaRPr lang="fr-FR" sz="1400" b="1">
              <a:solidFill>
                <a:schemeClr val="dk1"/>
              </a:solidFill>
            </a:endParaRPr>
          </a:p>
          <a:p>
            <a:pPr marL="304800" lvl="1" indent="457200" algn="l" rtl="0">
              <a:lnSpc>
                <a:spcPct val="90000"/>
              </a:lnSpc>
              <a:spcBef>
                <a:spcPts val="0"/>
              </a:spcBef>
              <a:spcAft>
                <a:spcPts val="0"/>
              </a:spcAft>
              <a:buSzPts val="1200"/>
              <a:buNone/>
            </a:pPr>
            <a:r>
              <a:rPr lang="fr-FR" sz="1400" b="1">
                <a:solidFill>
                  <a:schemeClr val="dk1"/>
                </a:solidFill>
              </a:rPr>
              <a:t>Accuracy: 81.5% (vs 52.9% for 5-class)</a:t>
            </a:r>
            <a:endParaRPr lang="fr-FR" sz="1400" b="1">
              <a:solidFill>
                <a:schemeClr val="dk1"/>
              </a:solidFill>
            </a:endParaRPr>
          </a:p>
          <a:p>
            <a:pPr marL="304800" lvl="1" indent="457200" algn="l" rtl="0">
              <a:lnSpc>
                <a:spcPct val="90000"/>
              </a:lnSpc>
              <a:spcBef>
                <a:spcPts val="0"/>
              </a:spcBef>
              <a:spcAft>
                <a:spcPts val="0"/>
              </a:spcAft>
              <a:buSzPts val="1200"/>
              <a:buNone/>
            </a:pPr>
            <a:r>
              <a:rPr lang="fr-FR" sz="1400" b="1">
                <a:solidFill>
                  <a:schemeClr val="dk1"/>
                </a:solidFill>
              </a:rPr>
              <a:t>Negative: precision 0.83, recall 0.95</a:t>
            </a:r>
            <a:endParaRPr lang="fr-FR" sz="1400" b="1">
              <a:solidFill>
                <a:schemeClr val="dk1"/>
              </a:solidFill>
            </a:endParaRPr>
          </a:p>
          <a:p>
            <a:pPr marL="304800" lvl="1" indent="457200" algn="l" rtl="0">
              <a:lnSpc>
                <a:spcPct val="90000"/>
              </a:lnSpc>
              <a:spcBef>
                <a:spcPts val="0"/>
              </a:spcBef>
              <a:spcAft>
                <a:spcPts val="0"/>
              </a:spcAft>
              <a:buSzPts val="1200"/>
              <a:buNone/>
            </a:pPr>
            <a:r>
              <a:rPr lang="fr-FR" sz="1400" b="1">
                <a:solidFill>
                  <a:schemeClr val="dk1"/>
                </a:solidFill>
              </a:rPr>
              <a:t>Positive: precision 0.82, recall 0.92</a:t>
            </a:r>
            <a:endParaRPr lang="fr-FR" sz="1400" b="1">
              <a:solidFill>
                <a:schemeClr val="dk1"/>
              </a:solidFill>
            </a:endParaRPr>
          </a:p>
          <a:p>
            <a:pPr marL="304800" lvl="1" indent="457200" algn="l" rtl="0">
              <a:lnSpc>
                <a:spcPct val="90000"/>
              </a:lnSpc>
              <a:spcBef>
                <a:spcPts val="0"/>
              </a:spcBef>
              <a:spcAft>
                <a:spcPts val="0"/>
              </a:spcAft>
              <a:buSzPts val="1200"/>
              <a:buNone/>
            </a:pPr>
            <a:r>
              <a:rPr lang="fr-FR" sz="1400" b="1">
                <a:solidFill>
                  <a:schemeClr val="dk1"/>
                </a:solidFill>
              </a:rPr>
              <a:t>Neutral: precision 0.39, recall 0.08 </a:t>
            </a:r>
            <a:endParaRPr lang="fr-FR" sz="1400" b="1">
              <a:solidFill>
                <a:schemeClr val="dk1"/>
              </a:solidFill>
            </a:endParaRPr>
          </a:p>
          <a:p>
            <a:pPr marL="609600" lvl="1" algn="l" rtl="0">
              <a:lnSpc>
                <a:spcPct val="90000"/>
              </a:lnSpc>
              <a:spcBef>
                <a:spcPts val="0"/>
              </a:spcBef>
              <a:spcAft>
                <a:spcPts val="0"/>
              </a:spcAft>
              <a:buSzPts val="1200"/>
              <a:buNone/>
            </a:pPr>
            <a:r>
              <a:rPr lang="fr-FR" sz="1400" b="1">
                <a:solidFill>
                  <a:schemeClr val="dk1"/>
                </a:solidFill>
              </a:rPr>
              <a:t>       </a:t>
            </a:r>
            <a:r>
              <a:rPr lang="en-US" altLang="fr-FR" sz="1400" b="1">
                <a:solidFill>
                  <a:schemeClr val="dk1"/>
                </a:solidFill>
              </a:rPr>
              <a:t>   </a:t>
            </a:r>
            <a:r>
              <a:rPr lang="fr-FR" sz="1400" b="1">
                <a:solidFill>
                  <a:schemeClr val="dk1"/>
                </a:solidFill>
              </a:rPr>
              <a:t>(hardest — mixed opinions)</a:t>
            </a:r>
            <a:endParaRPr lang="fr-FR" sz="1400" b="1">
              <a:solidFill>
                <a:schemeClr val="dk1"/>
              </a:solidFill>
            </a:endParaRPr>
          </a:p>
        </p:txBody>
      </p:sp>
      <p:sp>
        <p:nvSpPr>
          <p:cNvPr id="569" name="Google Shape;569;p65"/>
          <p:cNvSpPr txBox="1"/>
          <p:nvPr>
            <p:ph type="title"/>
          </p:nvPr>
        </p:nvSpPr>
        <p:spPr>
          <a:xfrm>
            <a:off x="417634" y="166688"/>
            <a:ext cx="8308800" cy="515400"/>
          </a:xfrm>
          <a:prstGeom prst="rect">
            <a:avLst/>
          </a:prstGeom>
          <a:noFill/>
          <a:ln>
            <a:noFill/>
          </a:ln>
        </p:spPr>
        <p:txBody>
          <a:bodyPr spcFirstLastPara="1" wrap="square" lIns="0" tIns="38475" rIns="15575" bIns="15575" anchor="b" anchorCtr="0">
            <a:noAutofit/>
          </a:bodyPr>
          <a:lstStyle/>
          <a:p>
            <a:pPr marL="0" lvl="0" indent="0" algn="l" rtl="0">
              <a:lnSpc>
                <a:spcPct val="90000"/>
              </a:lnSpc>
              <a:spcBef>
                <a:spcPts val="0"/>
              </a:spcBef>
              <a:spcAft>
                <a:spcPts val="0"/>
              </a:spcAft>
              <a:buSzPts val="2400"/>
              <a:buNone/>
            </a:pPr>
            <a:r>
              <a:rPr lang="fr-FR"/>
              <a:t> Sentiment Analysis</a:t>
            </a:r>
            <a:endParaRPr lang="fr-FR"/>
          </a:p>
        </p:txBody>
      </p:sp>
      <p:pic>
        <p:nvPicPr>
          <p:cNvPr id="1" name="图片 0" descr="confusion_matrix_sentiment"/>
          <p:cNvPicPr>
            <a:picLocks noChangeAspect="1"/>
          </p:cNvPicPr>
          <p:nvPr/>
        </p:nvPicPr>
        <p:blipFill>
          <a:blip r:embed="rId1"/>
          <a:stretch>
            <a:fillRect/>
          </a:stretch>
        </p:blipFill>
        <p:spPr>
          <a:xfrm>
            <a:off x="4123055" y="1294130"/>
            <a:ext cx="4603115" cy="328866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721" name="Shape 721"/>
        <p:cNvGrpSpPr/>
        <p:nvPr/>
      </p:nvGrpSpPr>
      <p:grpSpPr>
        <a:xfrm>
          <a:off x="0" y="0"/>
          <a:ext cx="0" cy="0"/>
          <a:chOff x="0" y="0"/>
          <a:chExt cx="0" cy="0"/>
        </a:xfrm>
      </p:grpSpPr>
      <p:sp>
        <p:nvSpPr>
          <p:cNvPr id="722" name="Google Shape;722;p82"/>
          <p:cNvSpPr txBox="1"/>
          <p:nvPr>
            <p:ph type="body" idx="1"/>
          </p:nvPr>
        </p:nvSpPr>
        <p:spPr>
          <a:xfrm>
            <a:off x="185052" y="681540"/>
            <a:ext cx="1263000" cy="1001400"/>
          </a:xfrm>
          <a:prstGeom prst="rect">
            <a:avLst/>
          </a:prstGeom>
          <a:noFill/>
          <a:ln>
            <a:noFill/>
          </a:ln>
        </p:spPr>
        <p:txBody>
          <a:bodyPr spcFirstLastPara="1" wrap="square" lIns="0" tIns="0" rIns="0" bIns="0" anchor="ctr" anchorCtr="0">
            <a:noAutofit/>
          </a:bodyPr>
          <a:lstStyle/>
          <a:p>
            <a:pPr marL="0" lvl="0" indent="0" algn="r" rtl="0">
              <a:lnSpc>
                <a:spcPct val="90000"/>
              </a:lnSpc>
              <a:spcBef>
                <a:spcPts val="200"/>
              </a:spcBef>
              <a:spcAft>
                <a:spcPts val="0"/>
              </a:spcAft>
              <a:buSzPts val="6200"/>
              <a:buNone/>
            </a:pPr>
            <a:r>
              <a:rPr lang="fr-FR"/>
              <a:t>5</a:t>
            </a:r>
            <a:endParaRPr lang="fr-FR"/>
          </a:p>
        </p:txBody>
      </p:sp>
      <p:sp>
        <p:nvSpPr>
          <p:cNvPr id="723" name="Google Shape;723;p82"/>
          <p:cNvSpPr txBox="1"/>
          <p:nvPr>
            <p:ph type="body" idx="2"/>
          </p:nvPr>
        </p:nvSpPr>
        <p:spPr>
          <a:xfrm>
            <a:off x="1963420" y="901700"/>
            <a:ext cx="6995795" cy="561340"/>
          </a:xfrm>
          <a:prstGeom prst="rect">
            <a:avLst/>
          </a:prstGeom>
          <a:noFill/>
          <a:ln>
            <a:noFill/>
          </a:ln>
        </p:spPr>
        <p:txBody>
          <a:bodyPr spcFirstLastPara="1" wrap="square" lIns="62300" tIns="38475" rIns="31150" bIns="0" anchor="b" anchorCtr="0">
            <a:noAutofit/>
          </a:bodyPr>
          <a:lstStyle/>
          <a:p>
            <a:pPr marL="0" lvl="0" indent="0" algn="l" rtl="0">
              <a:lnSpc>
                <a:spcPct val="90000"/>
              </a:lnSpc>
              <a:spcBef>
                <a:spcPts val="200"/>
              </a:spcBef>
              <a:spcAft>
                <a:spcPts val="0"/>
              </a:spcAft>
              <a:buClr>
                <a:srgbClr val="000000"/>
              </a:buClr>
              <a:buSzPts val="3800"/>
              <a:buFont typeface="Arial" panose="020B0704020202020204"/>
              <a:buNone/>
            </a:pPr>
            <a:r>
              <a:rPr lang="fr-FR"/>
              <a:t>Results Interpretation</a:t>
            </a:r>
            <a:endParaRPr lang="fr-FR"/>
          </a:p>
        </p:txBody>
      </p:sp>
      <p:sp>
        <p:nvSpPr>
          <p:cNvPr id="724" name="Google Shape;724;p82"/>
          <p:cNvSpPr txBox="1"/>
          <p:nvPr>
            <p:ph type="body" idx="3"/>
          </p:nvPr>
        </p:nvSpPr>
        <p:spPr>
          <a:xfrm>
            <a:off x="1963283" y="2029478"/>
            <a:ext cx="6723300" cy="2565300"/>
          </a:xfrm>
          <a:prstGeom prst="rect">
            <a:avLst/>
          </a:prstGeom>
          <a:noFill/>
          <a:ln>
            <a:noFill/>
          </a:ln>
        </p:spPr>
        <p:txBody>
          <a:bodyPr spcFirstLastPara="1" wrap="square" lIns="62300" tIns="38475" rIns="31150" bIns="38475" anchor="t" anchorCtr="0">
            <a:noAutofit/>
          </a:bodyPr>
          <a:lstStyle/>
          <a:p>
            <a:pPr marL="393700" lvl="0" indent="-304800" algn="l" rtl="0">
              <a:lnSpc>
                <a:spcPct val="90000"/>
              </a:lnSpc>
              <a:spcBef>
                <a:spcPts val="200"/>
              </a:spcBef>
              <a:spcAft>
                <a:spcPts val="0"/>
              </a:spcAft>
              <a:buSzPts val="1800"/>
              <a:buChar char="▪"/>
            </a:pPr>
            <a:r>
              <a:rPr lang="fr-FR" sz="1800"/>
              <a:t>Error analysis</a:t>
            </a:r>
            <a:endParaRPr lang="fr-FR" sz="1800"/>
          </a:p>
          <a:p>
            <a:pPr marL="393700" lvl="0" indent="-304800" algn="l" rtl="0">
              <a:lnSpc>
                <a:spcPct val="90000"/>
              </a:lnSpc>
              <a:spcBef>
                <a:spcPts val="200"/>
              </a:spcBef>
              <a:spcAft>
                <a:spcPts val="0"/>
              </a:spcAft>
              <a:buSzPts val="1800"/>
              <a:buChar char="▪"/>
            </a:pPr>
            <a:r>
              <a:rPr lang="fr-FR" sz="1800"/>
              <a:t>Theme analysis by insurer</a:t>
            </a:r>
            <a:endParaRPr lang="fr-FR" sz="1800"/>
          </a:p>
          <a:p>
            <a:pPr marL="393700" lvl="0" indent="-304800" algn="l" rtl="0">
              <a:lnSpc>
                <a:spcPct val="90000"/>
              </a:lnSpc>
              <a:spcBef>
                <a:spcPts val="200"/>
              </a:spcBef>
              <a:spcAft>
                <a:spcPts val="0"/>
              </a:spcAft>
              <a:buSzPts val="1800"/>
              <a:buChar char="▪"/>
            </a:pPr>
            <a:r>
              <a:rPr lang="fr-FR" sz="1800"/>
              <a:t>CNN overfitting analysis</a:t>
            </a:r>
            <a:endParaRPr lang="fr-FR" sz="1800"/>
          </a:p>
          <a:p>
            <a:pPr marL="393700" lvl="0" indent="-304800" algn="l" rtl="0">
              <a:lnSpc>
                <a:spcPct val="90000"/>
              </a:lnSpc>
              <a:spcBef>
                <a:spcPts val="200"/>
              </a:spcBef>
              <a:spcAft>
                <a:spcPts val="0"/>
              </a:spcAft>
              <a:buSzPts val="1800"/>
              <a:buChar char="▪"/>
            </a:pPr>
            <a:r>
              <a:rPr lang="fr-FR" sz="1800"/>
              <a:t>Key business insights</a:t>
            </a:r>
            <a:endParaRPr lang="fr-FR" sz="18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567" name="Shape 567"/>
        <p:cNvGrpSpPr/>
        <p:nvPr/>
      </p:nvGrpSpPr>
      <p:grpSpPr>
        <a:xfrm>
          <a:off x="0" y="0"/>
          <a:ext cx="0" cy="0"/>
          <a:chOff x="0" y="0"/>
          <a:chExt cx="0" cy="0"/>
        </a:xfrm>
      </p:grpSpPr>
      <p:sp>
        <p:nvSpPr>
          <p:cNvPr id="568" name="Google Shape;568;p65"/>
          <p:cNvSpPr txBox="1"/>
          <p:nvPr>
            <p:ph type="body" idx="1"/>
          </p:nvPr>
        </p:nvSpPr>
        <p:spPr>
          <a:xfrm>
            <a:off x="417634" y="878126"/>
            <a:ext cx="8308800" cy="3206400"/>
          </a:xfrm>
          <a:prstGeom prst="rect">
            <a:avLst/>
          </a:prstGeom>
          <a:noFill/>
          <a:ln>
            <a:noFill/>
          </a:ln>
        </p:spPr>
        <p:txBody>
          <a:bodyPr spcFirstLastPara="1" wrap="square" lIns="62300" tIns="38475" rIns="31150" bIns="38475" anchor="t" anchorCtr="0">
            <a:noAutofit/>
          </a:bodyPr>
          <a:lstStyle/>
          <a:p>
            <a:pPr marL="457200" lvl="0" indent="-317500" algn="l" rtl="0">
              <a:lnSpc>
                <a:spcPct val="90000"/>
              </a:lnSpc>
              <a:spcBef>
                <a:spcPts val="1000"/>
              </a:spcBef>
              <a:spcAft>
                <a:spcPts val="0"/>
              </a:spcAft>
              <a:buSzPts val="1400"/>
              <a:buChar char="-"/>
            </a:pPr>
            <a:r>
              <a:rPr lang="fr-FR"/>
              <a:t>Error analysis (5-class):</a:t>
            </a:r>
            <a:endParaRPr lang="fr-FR"/>
          </a:p>
          <a:p>
            <a:pPr marL="914400" lvl="1" indent="-304800" algn="l" rtl="0">
              <a:lnSpc>
                <a:spcPct val="90000"/>
              </a:lnSpc>
              <a:spcBef>
                <a:spcPts val="0"/>
              </a:spcBef>
              <a:spcAft>
                <a:spcPts val="0"/>
              </a:spcAft>
              <a:buSzPts val="1200"/>
              <a:buChar char="-"/>
            </a:pPr>
            <a:r>
              <a:rPr lang="en-US" altLang="fr-FR"/>
              <a:t>T</a:t>
            </a:r>
            <a:r>
              <a:rPr lang="fr-FR"/>
              <a:t>otal errors: 2,270 / 4,821 (47.1% error rate)</a:t>
            </a:r>
            <a:endParaRPr lang="fr-FR"/>
          </a:p>
          <a:p>
            <a:pPr marL="914400" lvl="1" indent="-304800" algn="l" rtl="0">
              <a:lnSpc>
                <a:spcPct val="90000"/>
              </a:lnSpc>
              <a:spcBef>
                <a:spcPts val="0"/>
              </a:spcBef>
              <a:spcAft>
                <a:spcPts val="0"/>
              </a:spcAft>
              <a:buSzPts val="1200"/>
              <a:buChar char="-"/>
            </a:pPr>
            <a:r>
              <a:rPr lang="fr-FR"/>
              <a:t>Most confused: 2★→1★ (510 cases), 4★→5★ (366 cases)</a:t>
            </a:r>
            <a:endParaRPr lang="fr-FR"/>
          </a:p>
          <a:p>
            <a:pPr marL="914400" lvl="1" indent="-304800" algn="l" rtl="0">
              <a:lnSpc>
                <a:spcPct val="90000"/>
              </a:lnSpc>
              <a:spcBef>
                <a:spcPts val="0"/>
              </a:spcBef>
              <a:spcAft>
                <a:spcPts val="0"/>
              </a:spcAft>
              <a:buSzPts val="1200"/>
              <a:buChar char="-"/>
            </a:pPr>
            <a:r>
              <a:rPr lang="fr-FR"/>
              <a:t>3★ most ambiguous — confused with all classes</a:t>
            </a:r>
            <a:endParaRPr lang="fr-FR"/>
          </a:p>
          <a:p>
            <a:pPr marL="609600" lvl="1" indent="0" algn="l" rtl="0">
              <a:lnSpc>
                <a:spcPct val="90000"/>
              </a:lnSpc>
              <a:spcBef>
                <a:spcPts val="0"/>
              </a:spcBef>
              <a:spcAft>
                <a:spcPts val="0"/>
              </a:spcAft>
              <a:buSzPts val="1200"/>
              <a:buNone/>
            </a:pPr>
            <a:endParaRPr lang="fr-FR"/>
          </a:p>
          <a:p>
            <a:pPr marL="457200" lvl="0" indent="-317500" algn="l" rtl="0">
              <a:lnSpc>
                <a:spcPct val="90000"/>
              </a:lnSpc>
              <a:spcBef>
                <a:spcPts val="0"/>
              </a:spcBef>
              <a:spcAft>
                <a:spcPts val="0"/>
              </a:spcAft>
              <a:buSzPts val="1400"/>
              <a:buChar char="-"/>
            </a:pPr>
            <a:r>
              <a:rPr lang="fr-FR"/>
              <a:t>CNN overfitting:</a:t>
            </a:r>
            <a:endParaRPr lang="fr-FR"/>
          </a:p>
          <a:p>
            <a:pPr marL="914400" lvl="1" indent="-304800" algn="l" rtl="0">
              <a:lnSpc>
                <a:spcPct val="90000"/>
              </a:lnSpc>
              <a:spcBef>
                <a:spcPts val="0"/>
              </a:spcBef>
              <a:spcAft>
                <a:spcPts val="0"/>
              </a:spcAft>
              <a:buSzPts val="1200"/>
              <a:buChar char="-"/>
            </a:pPr>
            <a:r>
              <a:rPr lang="fr-FR"/>
              <a:t>Train accuracy: 92% vs Validation accuracy: 48%</a:t>
            </a:r>
            <a:endParaRPr lang="fr-FR"/>
          </a:p>
          <a:p>
            <a:pPr marL="914400" lvl="1" indent="-304800" algn="l" rtl="0">
              <a:lnSpc>
                <a:spcPct val="90000"/>
              </a:lnSpc>
              <a:spcBef>
                <a:spcPts val="0"/>
              </a:spcBef>
              <a:spcAft>
                <a:spcPts val="0"/>
              </a:spcAft>
              <a:buSzPts val="1200"/>
              <a:buChar char="-"/>
            </a:pPr>
            <a:r>
              <a:rPr lang="fr-FR"/>
              <a:t>Model memorizes training data, fails to generalize </a:t>
            </a:r>
            <a:endParaRPr lang="fr-FR"/>
          </a:p>
        </p:txBody>
      </p:sp>
      <p:sp>
        <p:nvSpPr>
          <p:cNvPr id="569" name="Google Shape;569;p65"/>
          <p:cNvSpPr txBox="1"/>
          <p:nvPr>
            <p:ph type="title"/>
          </p:nvPr>
        </p:nvSpPr>
        <p:spPr>
          <a:xfrm>
            <a:off x="417634" y="166688"/>
            <a:ext cx="8308800" cy="515400"/>
          </a:xfrm>
          <a:prstGeom prst="rect">
            <a:avLst/>
          </a:prstGeom>
          <a:noFill/>
          <a:ln>
            <a:noFill/>
          </a:ln>
        </p:spPr>
        <p:txBody>
          <a:bodyPr spcFirstLastPara="1" wrap="square" lIns="0" tIns="38475" rIns="15575" bIns="15575" anchor="b" anchorCtr="0">
            <a:noAutofit/>
          </a:bodyPr>
          <a:lstStyle/>
          <a:p>
            <a:pPr marL="0" lvl="0" indent="0" algn="l" rtl="0">
              <a:lnSpc>
                <a:spcPct val="90000"/>
              </a:lnSpc>
              <a:spcBef>
                <a:spcPts val="0"/>
              </a:spcBef>
              <a:spcAft>
                <a:spcPts val="0"/>
              </a:spcAft>
              <a:buSzPts val="2400"/>
              <a:buNone/>
            </a:pPr>
            <a:r>
              <a:rPr lang="fr-FR"/>
              <a:t>Results Interpretation</a:t>
            </a:r>
            <a:endParaRPr lang="fr-FR"/>
          </a:p>
        </p:txBody>
      </p:sp>
      <p:pic>
        <p:nvPicPr>
          <p:cNvPr id="2" name="图片 1" descr="confusion_matrix"/>
          <p:cNvPicPr>
            <a:picLocks noChangeAspect="1"/>
          </p:cNvPicPr>
          <p:nvPr/>
        </p:nvPicPr>
        <p:blipFill>
          <a:blip r:embed="rId1"/>
          <a:stretch>
            <a:fillRect/>
          </a:stretch>
        </p:blipFill>
        <p:spPr>
          <a:xfrm>
            <a:off x="419735" y="2233930"/>
            <a:ext cx="3356610" cy="2518410"/>
          </a:xfrm>
          <a:prstGeom prst="rect">
            <a:avLst/>
          </a:prstGeom>
        </p:spPr>
      </p:pic>
      <p:pic>
        <p:nvPicPr>
          <p:cNvPr id="3" name="图片 2" descr="theme_analysis"/>
          <p:cNvPicPr>
            <a:picLocks noChangeAspect="1"/>
          </p:cNvPicPr>
          <p:nvPr/>
        </p:nvPicPr>
        <p:blipFill>
          <a:blip r:embed="rId2"/>
          <a:stretch>
            <a:fillRect/>
          </a:stretch>
        </p:blipFill>
        <p:spPr>
          <a:xfrm>
            <a:off x="3645535" y="2299970"/>
            <a:ext cx="5002530" cy="25019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721" name="Shape 721"/>
        <p:cNvGrpSpPr/>
        <p:nvPr/>
      </p:nvGrpSpPr>
      <p:grpSpPr>
        <a:xfrm>
          <a:off x="0" y="0"/>
          <a:ext cx="0" cy="0"/>
          <a:chOff x="0" y="0"/>
          <a:chExt cx="0" cy="0"/>
        </a:xfrm>
      </p:grpSpPr>
      <p:sp>
        <p:nvSpPr>
          <p:cNvPr id="722" name="Google Shape;722;p82"/>
          <p:cNvSpPr txBox="1"/>
          <p:nvPr>
            <p:ph type="body" idx="1"/>
          </p:nvPr>
        </p:nvSpPr>
        <p:spPr>
          <a:xfrm>
            <a:off x="185052" y="681540"/>
            <a:ext cx="1263000" cy="1001400"/>
          </a:xfrm>
          <a:prstGeom prst="rect">
            <a:avLst/>
          </a:prstGeom>
          <a:noFill/>
          <a:ln>
            <a:noFill/>
          </a:ln>
        </p:spPr>
        <p:txBody>
          <a:bodyPr spcFirstLastPara="1" wrap="square" lIns="0" tIns="0" rIns="0" bIns="0" anchor="ctr" anchorCtr="0">
            <a:noAutofit/>
          </a:bodyPr>
          <a:lstStyle/>
          <a:p>
            <a:pPr marL="0" lvl="0" indent="0" algn="r" rtl="0">
              <a:lnSpc>
                <a:spcPct val="90000"/>
              </a:lnSpc>
              <a:spcBef>
                <a:spcPts val="200"/>
              </a:spcBef>
              <a:spcAft>
                <a:spcPts val="0"/>
              </a:spcAft>
              <a:buSzPts val="6200"/>
              <a:buNone/>
            </a:pPr>
            <a:r>
              <a:rPr lang="en-US" altLang="fr-FR"/>
              <a:t>6</a:t>
            </a:r>
            <a:endParaRPr lang="en-US" altLang="fr-FR"/>
          </a:p>
        </p:txBody>
      </p:sp>
      <p:sp>
        <p:nvSpPr>
          <p:cNvPr id="723" name="Google Shape;723;p82"/>
          <p:cNvSpPr txBox="1"/>
          <p:nvPr>
            <p:ph type="body" idx="2"/>
          </p:nvPr>
        </p:nvSpPr>
        <p:spPr>
          <a:xfrm>
            <a:off x="1963420" y="908685"/>
            <a:ext cx="6995795" cy="546735"/>
          </a:xfrm>
          <a:prstGeom prst="rect">
            <a:avLst/>
          </a:prstGeom>
          <a:noFill/>
          <a:ln>
            <a:noFill/>
          </a:ln>
        </p:spPr>
        <p:txBody>
          <a:bodyPr spcFirstLastPara="1" wrap="square" lIns="62300" tIns="38475" rIns="31150" bIns="0" anchor="b" anchorCtr="0">
            <a:noAutofit/>
          </a:bodyPr>
          <a:lstStyle/>
          <a:p>
            <a:pPr marL="0" lvl="0" indent="0" algn="l" rtl="0">
              <a:lnSpc>
                <a:spcPct val="90000"/>
              </a:lnSpc>
              <a:spcBef>
                <a:spcPts val="200"/>
              </a:spcBef>
              <a:spcAft>
                <a:spcPts val="0"/>
              </a:spcAft>
              <a:buClr>
                <a:srgbClr val="000000"/>
              </a:buClr>
              <a:buSzPts val="3800"/>
              <a:buFont typeface="Arial" panose="020B0704020202020204"/>
              <a:buNone/>
            </a:pPr>
            <a:r>
              <a:rPr lang="fr-FR"/>
              <a:t>Streamlit applications</a:t>
            </a:r>
            <a:endParaRPr lang="fr-FR"/>
          </a:p>
        </p:txBody>
      </p:sp>
      <p:sp>
        <p:nvSpPr>
          <p:cNvPr id="724" name="Google Shape;724;p82"/>
          <p:cNvSpPr txBox="1"/>
          <p:nvPr>
            <p:ph type="body" idx="3"/>
          </p:nvPr>
        </p:nvSpPr>
        <p:spPr>
          <a:xfrm>
            <a:off x="1963283" y="2029478"/>
            <a:ext cx="6723300" cy="2565300"/>
          </a:xfrm>
          <a:prstGeom prst="rect">
            <a:avLst/>
          </a:prstGeom>
          <a:noFill/>
          <a:ln>
            <a:noFill/>
          </a:ln>
        </p:spPr>
        <p:txBody>
          <a:bodyPr spcFirstLastPara="1" wrap="square" lIns="62300" tIns="38475" rIns="31150" bIns="38475" anchor="t" anchorCtr="0">
            <a:noAutofit/>
          </a:bodyPr>
          <a:lstStyle/>
          <a:p>
            <a:pPr marL="393700" lvl="0" indent="-304800" algn="l" rtl="0">
              <a:lnSpc>
                <a:spcPct val="90000"/>
              </a:lnSpc>
              <a:spcBef>
                <a:spcPts val="200"/>
              </a:spcBef>
              <a:spcAft>
                <a:spcPts val="0"/>
              </a:spcAft>
              <a:buSzPts val="1800"/>
              <a:buChar char="▪"/>
            </a:pPr>
            <a:r>
              <a:rPr sz="1800"/>
              <a:t>Prediction and sentiment analysis</a:t>
            </a:r>
            <a:endParaRPr sz="1800"/>
          </a:p>
          <a:p>
            <a:pPr marL="393700" lvl="0" indent="-304800" algn="l" rtl="0">
              <a:lnSpc>
                <a:spcPct val="90000"/>
              </a:lnSpc>
              <a:spcBef>
                <a:spcPts val="200"/>
              </a:spcBef>
              <a:spcAft>
                <a:spcPts val="0"/>
              </a:spcAft>
              <a:buSzPts val="1800"/>
              <a:buChar char="▪"/>
            </a:pPr>
            <a:r>
              <a:rPr sz="1800"/>
              <a:t>Summary by insurer</a:t>
            </a:r>
            <a:endParaRPr sz="1800"/>
          </a:p>
          <a:p>
            <a:pPr marL="393700" lvl="0" indent="-304800" algn="l" rtl="0">
              <a:lnSpc>
                <a:spcPct val="90000"/>
              </a:lnSpc>
              <a:spcBef>
                <a:spcPts val="200"/>
              </a:spcBef>
              <a:spcAft>
                <a:spcPts val="0"/>
              </a:spcAft>
              <a:buSzPts val="1800"/>
              <a:buChar char="▪"/>
            </a:pPr>
            <a:r>
              <a:rPr sz="1800"/>
              <a:t>Explanation of predictions</a:t>
            </a:r>
            <a:endParaRPr sz="1800"/>
          </a:p>
          <a:p>
            <a:pPr marL="393700" lvl="0" indent="-304800" algn="l" rtl="0">
              <a:lnSpc>
                <a:spcPct val="90000"/>
              </a:lnSpc>
              <a:spcBef>
                <a:spcPts val="200"/>
              </a:spcBef>
              <a:spcAft>
                <a:spcPts val="0"/>
              </a:spcAft>
              <a:buSzPts val="1800"/>
              <a:buChar char="▪"/>
            </a:pPr>
            <a:r>
              <a:rPr sz="1800"/>
              <a:t>Information retrieval and search</a:t>
            </a:r>
            <a:endParaRPr sz="1800"/>
          </a:p>
          <a:p>
            <a:pPr marL="393700" lvl="0" indent="-304800" algn="l" rtl="0">
              <a:lnSpc>
                <a:spcPct val="90000"/>
              </a:lnSpc>
              <a:spcBef>
                <a:spcPts val="200"/>
              </a:spcBef>
              <a:spcAft>
                <a:spcPts val="0"/>
              </a:spcAft>
              <a:buSzPts val="1800"/>
              <a:buChar char="▪"/>
            </a:pPr>
            <a:r>
              <a:rPr sz="1800"/>
              <a:t>RAG and Q&amp;A</a:t>
            </a:r>
            <a:endParaRPr sz="18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567" name="Shape 567"/>
        <p:cNvGrpSpPr/>
        <p:nvPr/>
      </p:nvGrpSpPr>
      <p:grpSpPr>
        <a:xfrm>
          <a:off x="0" y="0"/>
          <a:ext cx="0" cy="0"/>
          <a:chOff x="0" y="0"/>
          <a:chExt cx="0" cy="0"/>
        </a:xfrm>
      </p:grpSpPr>
      <p:sp>
        <p:nvSpPr>
          <p:cNvPr id="568" name="Google Shape;568;p65"/>
          <p:cNvSpPr txBox="1"/>
          <p:nvPr>
            <p:ph type="body" idx="1"/>
          </p:nvPr>
        </p:nvSpPr>
        <p:spPr>
          <a:xfrm>
            <a:off x="417634" y="1087041"/>
            <a:ext cx="8308800" cy="3206400"/>
          </a:xfrm>
          <a:prstGeom prst="rect">
            <a:avLst/>
          </a:prstGeom>
          <a:noFill/>
          <a:ln>
            <a:noFill/>
          </a:ln>
        </p:spPr>
        <p:txBody>
          <a:bodyPr spcFirstLastPara="1" wrap="square" lIns="62300" tIns="38475" rIns="31150" bIns="38475" anchor="t" anchorCtr="0">
            <a:noAutofit/>
          </a:bodyPr>
          <a:lstStyle/>
          <a:p>
            <a:pPr marL="457200" lvl="0" indent="-317500" algn="l" rtl="0">
              <a:lnSpc>
                <a:spcPct val="90000"/>
              </a:lnSpc>
              <a:spcBef>
                <a:spcPts val="1000"/>
              </a:spcBef>
              <a:spcAft>
                <a:spcPts val="0"/>
              </a:spcAft>
              <a:buSzPts val="1400"/>
              <a:buChar char="-"/>
            </a:pPr>
            <a:r>
              <a:rPr lang="fr-FR"/>
              <a:t>Prediction: input French review → predict stars (1-5) + sentiment (positive/neutral/negative)</a:t>
            </a:r>
            <a:endParaRPr lang="fr-FR"/>
          </a:p>
          <a:p>
            <a:pPr marL="457200" lvl="0" indent="-317500" algn="l" rtl="0">
              <a:lnSpc>
                <a:spcPct val="90000"/>
              </a:lnSpc>
              <a:spcBef>
                <a:spcPts val="1000"/>
              </a:spcBef>
              <a:spcAft>
                <a:spcPts val="0"/>
              </a:spcAft>
              <a:buSzPts val="1400"/>
              <a:buChar char="-"/>
            </a:pPr>
            <a:r>
              <a:rPr lang="fr-FR"/>
              <a:t>Summary: select insurer → avg rating + 5 recent summaries + rating distribution chart</a:t>
            </a:r>
            <a:endParaRPr lang="fr-FR"/>
          </a:p>
          <a:p>
            <a:pPr marL="457200" lvl="0" indent="-317500" algn="l" rtl="0">
              <a:lnSpc>
                <a:spcPct val="90000"/>
              </a:lnSpc>
              <a:spcBef>
                <a:spcPts val="1000"/>
              </a:spcBef>
              <a:spcAft>
                <a:spcPts val="0"/>
              </a:spcAft>
              <a:buSzPts val="1400"/>
              <a:buChar char="-"/>
            </a:pPr>
            <a:r>
              <a:rPr lang="fr-FR"/>
              <a:t>Explanation: prediction + top 10 most influential words with TF-IDF scores</a:t>
            </a:r>
            <a:endParaRPr lang="fr-FR"/>
          </a:p>
          <a:p>
            <a:pPr marL="457200" lvl="0" indent="-317500" algn="l" rtl="0">
              <a:lnSpc>
                <a:spcPct val="90000"/>
              </a:lnSpc>
              <a:spcBef>
                <a:spcPts val="1000"/>
              </a:spcBef>
              <a:spcAft>
                <a:spcPts val="0"/>
              </a:spcAft>
              <a:buSzPts val="1400"/>
              <a:buChar char="-"/>
            </a:pPr>
            <a:r>
              <a:rPr lang="fr-FR"/>
              <a:t>Information Retrieval: keyword search + star filter → top 10 matching reviews</a:t>
            </a:r>
            <a:endParaRPr lang="fr-FR"/>
          </a:p>
          <a:p>
            <a:pPr marL="457200" lvl="0" indent="-317500" algn="l" rtl="0">
              <a:lnSpc>
                <a:spcPct val="90000"/>
              </a:lnSpc>
              <a:spcBef>
                <a:spcPts val="1000"/>
              </a:spcBef>
              <a:spcAft>
                <a:spcPts val="0"/>
              </a:spcAft>
              <a:buSzPts val="1400"/>
              <a:buChar char="-"/>
            </a:pPr>
            <a:r>
              <a:rPr lang="fr-FR"/>
              <a:t>RAG: question → retrieve relevant reviews by keyword → display context</a:t>
            </a:r>
            <a:endParaRPr lang="fr-FR"/>
          </a:p>
          <a:p>
            <a:pPr marL="457200" lvl="0" indent="-317500" algn="l" rtl="0">
              <a:lnSpc>
                <a:spcPct val="90000"/>
              </a:lnSpc>
              <a:spcBef>
                <a:spcPts val="1000"/>
              </a:spcBef>
              <a:spcAft>
                <a:spcPts val="0"/>
              </a:spcAft>
              <a:buSzPts val="1400"/>
              <a:buChar char="-"/>
            </a:pPr>
            <a:r>
              <a:rPr lang="fr-FR"/>
              <a:t>QA: select insurer → % positive/negative + sample reviews + key statistics</a:t>
            </a:r>
            <a:endParaRPr lang="fr-FR"/>
          </a:p>
        </p:txBody>
      </p:sp>
      <p:sp>
        <p:nvSpPr>
          <p:cNvPr id="569" name="Google Shape;569;p65"/>
          <p:cNvSpPr txBox="1"/>
          <p:nvPr>
            <p:ph type="title"/>
          </p:nvPr>
        </p:nvSpPr>
        <p:spPr>
          <a:xfrm>
            <a:off x="417634" y="166688"/>
            <a:ext cx="8308800" cy="515400"/>
          </a:xfrm>
          <a:prstGeom prst="rect">
            <a:avLst/>
          </a:prstGeom>
          <a:noFill/>
          <a:ln>
            <a:noFill/>
          </a:ln>
        </p:spPr>
        <p:txBody>
          <a:bodyPr spcFirstLastPara="1" wrap="square" lIns="0" tIns="38475" rIns="15575" bIns="15575" anchor="b" anchorCtr="0">
            <a:noAutofit/>
          </a:bodyPr>
          <a:lstStyle/>
          <a:p>
            <a:pPr marL="0" lvl="0" indent="0" algn="l" rtl="0">
              <a:lnSpc>
                <a:spcPct val="90000"/>
              </a:lnSpc>
              <a:spcBef>
                <a:spcPts val="0"/>
              </a:spcBef>
              <a:spcAft>
                <a:spcPts val="0"/>
              </a:spcAft>
              <a:buSzPts val="2400"/>
              <a:buNone/>
            </a:pPr>
            <a:r>
              <a:rPr lang="fr-FR"/>
              <a:t>Streamlit Application - 6 Interactive Pages</a:t>
            </a:r>
            <a:endParaRPr lang="fr-F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567" name="Shape 567"/>
        <p:cNvGrpSpPr/>
        <p:nvPr/>
      </p:nvGrpSpPr>
      <p:grpSpPr>
        <a:xfrm>
          <a:off x="0" y="0"/>
          <a:ext cx="0" cy="0"/>
          <a:chOff x="0" y="0"/>
          <a:chExt cx="0" cy="0"/>
        </a:xfrm>
      </p:grpSpPr>
      <p:sp>
        <p:nvSpPr>
          <p:cNvPr id="569" name="Google Shape;569;p65"/>
          <p:cNvSpPr txBox="1"/>
          <p:nvPr>
            <p:ph type="title"/>
          </p:nvPr>
        </p:nvSpPr>
        <p:spPr>
          <a:xfrm>
            <a:off x="417634" y="166688"/>
            <a:ext cx="8308800" cy="515400"/>
          </a:xfrm>
          <a:prstGeom prst="rect">
            <a:avLst/>
          </a:prstGeom>
          <a:noFill/>
          <a:ln>
            <a:noFill/>
          </a:ln>
        </p:spPr>
        <p:txBody>
          <a:bodyPr spcFirstLastPara="1" wrap="square" lIns="0" tIns="38475" rIns="15575" bIns="15575" anchor="b" anchorCtr="0">
            <a:noAutofit/>
          </a:bodyPr>
          <a:lstStyle/>
          <a:p>
            <a:pPr marL="0" lvl="0" indent="0" algn="l" rtl="0">
              <a:lnSpc>
                <a:spcPct val="90000"/>
              </a:lnSpc>
              <a:spcBef>
                <a:spcPts val="0"/>
              </a:spcBef>
              <a:spcAft>
                <a:spcPts val="0"/>
              </a:spcAft>
              <a:buSzPts val="2400"/>
              <a:buNone/>
            </a:pPr>
            <a:r>
              <a:rPr lang="fr-FR"/>
              <a:t>Streamlit Application - 6 Interactive Pages</a:t>
            </a:r>
            <a:endParaRPr lang="fr-FR"/>
          </a:p>
        </p:txBody>
      </p:sp>
      <p:pic>
        <p:nvPicPr>
          <p:cNvPr id="1" name="图片 0" descr="截屏2026-03-30 02.51.44"/>
          <p:cNvPicPr>
            <a:picLocks noChangeAspect="1"/>
          </p:cNvPicPr>
          <p:nvPr/>
        </p:nvPicPr>
        <p:blipFill>
          <a:blip r:embed="rId1"/>
          <a:srcRect r="70159"/>
          <a:stretch>
            <a:fillRect/>
          </a:stretch>
        </p:blipFill>
        <p:spPr>
          <a:xfrm>
            <a:off x="889000" y="1076325"/>
            <a:ext cx="2354580" cy="2824480"/>
          </a:xfrm>
          <a:prstGeom prst="rect">
            <a:avLst/>
          </a:prstGeom>
        </p:spPr>
      </p:pic>
      <p:pic>
        <p:nvPicPr>
          <p:cNvPr id="2" name="图片 1" descr="截屏2026-03-30 02.52.35"/>
          <p:cNvPicPr>
            <a:picLocks noChangeAspect="1"/>
          </p:cNvPicPr>
          <p:nvPr/>
        </p:nvPicPr>
        <p:blipFill>
          <a:blip r:embed="rId2"/>
          <a:stretch>
            <a:fillRect/>
          </a:stretch>
        </p:blipFill>
        <p:spPr>
          <a:xfrm>
            <a:off x="5899785" y="1076325"/>
            <a:ext cx="2793365" cy="2451735"/>
          </a:xfrm>
          <a:prstGeom prst="rect">
            <a:avLst/>
          </a:prstGeom>
        </p:spPr>
      </p:pic>
      <p:pic>
        <p:nvPicPr>
          <p:cNvPr id="3" name="图片 2" descr="截屏2026-03-30 02.52.52"/>
          <p:cNvPicPr>
            <a:picLocks noChangeAspect="1"/>
          </p:cNvPicPr>
          <p:nvPr/>
        </p:nvPicPr>
        <p:blipFill>
          <a:blip r:embed="rId3"/>
          <a:stretch>
            <a:fillRect/>
          </a:stretch>
        </p:blipFill>
        <p:spPr>
          <a:xfrm>
            <a:off x="3623945" y="1076325"/>
            <a:ext cx="1895475" cy="201676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58" name="Shape 58"/>
        <p:cNvGrpSpPr/>
        <p:nvPr/>
      </p:nvGrpSpPr>
      <p:grpSpPr>
        <a:xfrm>
          <a:off x="0" y="0"/>
          <a:ext cx="0" cy="0"/>
          <a:chOff x="0" y="0"/>
          <a:chExt cx="0" cy="0"/>
        </a:xfrm>
      </p:grpSpPr>
      <p:sp>
        <p:nvSpPr>
          <p:cNvPr id="59" name="Google Shape;59;p12"/>
          <p:cNvSpPr txBox="1"/>
          <p:nvPr>
            <p:ph type="subTitle" idx="1"/>
          </p:nvPr>
        </p:nvSpPr>
        <p:spPr>
          <a:xfrm>
            <a:off x="2005350" y="818075"/>
            <a:ext cx="5133300" cy="1753800"/>
          </a:xfrm>
          <a:prstGeom prst="rect">
            <a:avLst/>
          </a:prstGeom>
          <a:noFill/>
          <a:ln>
            <a:noFill/>
          </a:ln>
        </p:spPr>
        <p:txBody>
          <a:bodyPr spcFirstLastPara="1" wrap="square" lIns="79125" tIns="39550" rIns="79125" bIns="39550" anchor="ctr" anchorCtr="0">
            <a:noAutofit/>
          </a:bodyPr>
          <a:lstStyle/>
          <a:p>
            <a:pPr marL="0" lvl="0" indent="0" algn="ctr" rtl="0">
              <a:lnSpc>
                <a:spcPct val="90000"/>
              </a:lnSpc>
              <a:spcBef>
                <a:spcPts val="0"/>
              </a:spcBef>
              <a:spcAft>
                <a:spcPts val="0"/>
              </a:spcAft>
              <a:buClr>
                <a:schemeClr val="lt1"/>
              </a:buClr>
              <a:buSzPts val="2100"/>
              <a:buFont typeface="Calibri"/>
              <a:buNone/>
            </a:pPr>
            <a:r>
              <a:rPr lang="en-US" altLang="fr-FR" sz="3400"/>
              <a:t>Thank </a:t>
            </a:r>
            <a:r>
              <a:rPr lang="en-US" altLang="fr-FR" sz="3400"/>
              <a:t>you</a:t>
            </a:r>
            <a:endParaRPr lang="en-US" altLang="fr-FR" sz="3400"/>
          </a:p>
        </p:txBody>
      </p:sp>
      <p:sp>
        <p:nvSpPr>
          <p:cNvPr id="60" name="Google Shape;60;p12"/>
          <p:cNvSpPr txBox="1"/>
          <p:nvPr>
            <p:ph type="ctrTitle"/>
          </p:nvPr>
        </p:nvSpPr>
        <p:spPr>
          <a:xfrm>
            <a:off x="2563200" y="3214050"/>
            <a:ext cx="4017600" cy="544200"/>
          </a:xfrm>
          <a:prstGeom prst="rect">
            <a:avLst/>
          </a:prstGeom>
          <a:noFill/>
          <a:ln>
            <a:noFill/>
          </a:ln>
        </p:spPr>
        <p:txBody>
          <a:bodyPr spcFirstLastPara="1" wrap="square" lIns="31150" tIns="31150" rIns="31150" bIns="31150" anchor="t" anchorCtr="0">
            <a:noAutofit/>
          </a:bodyPr>
          <a:lstStyle/>
          <a:p>
            <a:pPr marL="0" lvl="0" indent="0" algn="ctr" rtl="0">
              <a:lnSpc>
                <a:spcPct val="90000"/>
              </a:lnSpc>
              <a:spcBef>
                <a:spcPts val="0"/>
              </a:spcBef>
              <a:spcAft>
                <a:spcPts val="0"/>
              </a:spcAft>
              <a:buSzPts val="1200"/>
              <a:buNone/>
            </a:pPr>
            <a:r>
              <a:rPr lang="fr-FR"/>
              <a:t>Group : </a:t>
            </a:r>
            <a:r>
              <a:rPr lang="en-US" altLang="fr-FR"/>
              <a:t>DIA6</a:t>
            </a:r>
            <a:br>
              <a:rPr lang="en-US" altLang="fr-FR"/>
            </a:br>
            <a:r>
              <a:rPr lang="fr-FR"/>
              <a:t>Name : </a:t>
            </a:r>
            <a:r>
              <a:rPr lang="en-US" altLang="fr-FR"/>
              <a:t>Han</a:t>
            </a:r>
            <a:endParaRPr lang="en-US" altLang="fr-FR"/>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heme/theme1.xml><?xml version="1.0" encoding="utf-8"?>
<a:theme xmlns:a="http://schemas.openxmlformats.org/drawingml/2006/main" name="blank">
  <a:themeElements>
    <a:clrScheme name="Exton 2016">
      <a:dk1>
        <a:srgbClr val="13264A"/>
      </a:dk1>
      <a:lt1>
        <a:srgbClr val="FFFFFF"/>
      </a:lt1>
      <a:dk2>
        <a:srgbClr val="D3CBC5"/>
      </a:dk2>
      <a:lt2>
        <a:srgbClr val="FFFFFF"/>
      </a:lt2>
      <a:accent1>
        <a:srgbClr val="3B547D"/>
      </a:accent1>
      <a:accent2>
        <a:srgbClr val="7D92AC"/>
      </a:accent2>
      <a:accent3>
        <a:srgbClr val="8A857E"/>
      </a:accent3>
      <a:accent4>
        <a:srgbClr val="A29E9A"/>
      </a:accent4>
      <a:accent5>
        <a:srgbClr val="E9E4E1"/>
      </a:accent5>
      <a:accent6>
        <a:srgbClr val="BA1C3A"/>
      </a:accent6>
      <a:hlink>
        <a:srgbClr val="386888"/>
      </a:hlink>
      <a:folHlink>
        <a:srgbClr val="A29E9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Exton 2016">
      <a:dk1>
        <a:srgbClr val="13264A"/>
      </a:dk1>
      <a:lt1>
        <a:srgbClr val="FFFFFF"/>
      </a:lt1>
      <a:dk2>
        <a:srgbClr val="D3CBC5"/>
      </a:dk2>
      <a:lt2>
        <a:srgbClr val="FFFFFF"/>
      </a:lt2>
      <a:accent1>
        <a:srgbClr val="3B547D"/>
      </a:accent1>
      <a:accent2>
        <a:srgbClr val="7D92AC"/>
      </a:accent2>
      <a:accent3>
        <a:srgbClr val="8A857E"/>
      </a:accent3>
      <a:accent4>
        <a:srgbClr val="A29E9A"/>
      </a:accent4>
      <a:accent5>
        <a:srgbClr val="E9E4E1"/>
      </a:accent5>
      <a:accent6>
        <a:srgbClr val="BA1C3A"/>
      </a:accent6>
      <a:hlink>
        <a:srgbClr val="386888"/>
      </a:hlink>
      <a:folHlink>
        <a:srgbClr val="A29E9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5845</Words>
  <Application>WPS 演示</Application>
  <PresentationFormat/>
  <Paragraphs>199</Paragraphs>
  <Slides>20</Slides>
  <Notes>0</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20</vt:i4>
      </vt:variant>
    </vt:vector>
  </HeadingPairs>
  <TitlesOfParts>
    <vt:vector size="36" baseType="lpstr">
      <vt:lpstr>Arial</vt:lpstr>
      <vt:lpstr>宋体</vt:lpstr>
      <vt:lpstr>Wingdings</vt:lpstr>
      <vt:lpstr>Arial</vt:lpstr>
      <vt:lpstr>Calibri</vt:lpstr>
      <vt:lpstr>Helvetica Neue</vt:lpstr>
      <vt:lpstr>Noto Sans Symbols</vt:lpstr>
      <vt:lpstr>Courier New</vt:lpstr>
      <vt:lpstr>Times New Roman</vt:lpstr>
      <vt:lpstr>微软雅黑</vt:lpstr>
      <vt:lpstr>汉仪旗黑</vt:lpstr>
      <vt:lpstr>宋体</vt:lpstr>
      <vt:lpstr>Arial Unicode MS</vt:lpstr>
      <vt:lpstr>汉仪书宋二KW</vt:lpstr>
      <vt:lpstr>Thonburi</vt:lpstr>
      <vt:lpstr>blank</vt:lpstr>
      <vt:lpstr>Name : </vt:lpstr>
      <vt:lpstr>Example of a table of contents</vt:lpstr>
      <vt:lpstr>Purpose and context</vt:lpstr>
      <vt:lpstr>PowerPoint 演示文稿</vt:lpstr>
      <vt:lpstr>PowerPoint 演示文稿</vt:lpstr>
      <vt:lpstr>Transformation/cleaning of variables according to their nature</vt:lpstr>
      <vt:lpstr>Feature engineering for P1</vt:lpstr>
      <vt:lpstr>Simple cleaning</vt:lpstr>
      <vt:lpstr>Summary of cleaning work carried out</vt:lpstr>
      <vt:lpstr>PowerPoint 演示文稿</vt:lpstr>
      <vt:lpstr>Global approaches</vt:lpstr>
      <vt:lpstr>PowerPoint 演示文稿</vt:lpstr>
      <vt:lpstr>Classical machine learning - classification and regression</vt:lpstr>
      <vt:lpstr>Methodological approach</vt:lpstr>
      <vt:lpstr>PowerPoint 演示文稿</vt:lpstr>
      <vt:lpstr>Methodological approach</vt:lpstr>
      <vt:lpstr>PowerPoint 演示文稿</vt:lpstr>
      <vt:lpstr>Streamlit Application - 6 Interactive Pages</vt:lpstr>
      <vt:lpstr>Methodological approach</vt:lpstr>
      <vt:lpstr>Group : DIA6 Name : Han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Group : DIA6 Name : Han</dc:title>
  <dc:creator/>
  <cp:lastModifiedBy>WPS_1668333959</cp:lastModifiedBy>
  <cp:revision>1</cp:revision>
  <dcterms:created xsi:type="dcterms:W3CDTF">2026-03-30T12:43:32Z</dcterms:created>
  <dcterms:modified xsi:type="dcterms:W3CDTF">2026-03-30T12:43:32Z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8B3580A8D31E0187F36FCA696804D1FB_42</vt:lpwstr>
  </property>
  <property fmtid="{D5CDD505-2E9C-101B-9397-08002B2CF9AE}" pid="3" name="KSOProductBuildVer">
    <vt:lpwstr>2052-6.5.0.8619</vt:lpwstr>
  </property>
</Properties>
</file>